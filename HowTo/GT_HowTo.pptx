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9" r:id="rId4"/>
    <p:sldId id="265" r:id="rId5"/>
    <p:sldId id="261" r:id="rId6"/>
    <p:sldId id="266" r:id="rId7"/>
    <p:sldId id="268" r:id="rId8"/>
    <p:sldId id="269" r:id="rId9"/>
    <p:sldId id="270" r:id="rId10"/>
    <p:sldId id="275" r:id="rId11"/>
    <p:sldId id="271" r:id="rId12"/>
    <p:sldId id="272" r:id="rId13"/>
    <p:sldId id="273" r:id="rId14"/>
    <p:sldId id="274" r:id="rId15"/>
    <p:sldId id="279" r:id="rId16"/>
    <p:sldId id="277" r:id="rId17"/>
    <p:sldId id="276" r:id="rId18"/>
    <p:sldId id="280" r:id="rId19"/>
    <p:sldId id="281" r:id="rId20"/>
    <p:sldId id="283" r:id="rId21"/>
    <p:sldId id="264" r:id="rId22"/>
    <p:sldId id="260" r:id="rId23"/>
    <p:sldId id="282" r:id="rId24"/>
    <p:sldId id="278" r:id="rId25"/>
    <p:sldId id="263" r:id="rId26"/>
    <p:sldId id="258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4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дрей" userId="763829e5-af6a-4026-a6c4-a965f34b6439" providerId="ADAL" clId="{FAC596DB-6141-4D5D-82ED-663F6C02BF55}"/>
    <pc:docChg chg="undo custSel addSld delSld modSld sldOrd addSection delSection">
      <pc:chgData name="Андрей" userId="763829e5-af6a-4026-a6c4-a965f34b6439" providerId="ADAL" clId="{FAC596DB-6141-4D5D-82ED-663F6C02BF55}" dt="2023-04-10T05:43:02.247" v="11799" actId="1076"/>
      <pc:docMkLst>
        <pc:docMk/>
      </pc:docMkLst>
      <pc:sldChg chg="addSp delSp modSp new mod setBg">
        <pc:chgData name="Андрей" userId="763829e5-af6a-4026-a6c4-a965f34b6439" providerId="ADAL" clId="{FAC596DB-6141-4D5D-82ED-663F6C02BF55}" dt="2023-04-09T19:34:42.488" v="1176" actId="20577"/>
        <pc:sldMkLst>
          <pc:docMk/>
          <pc:sldMk cId="1162683817" sldId="256"/>
        </pc:sldMkLst>
        <pc:spChg chg="mod">
          <ac:chgData name="Андрей" userId="763829e5-af6a-4026-a6c4-a965f34b6439" providerId="ADAL" clId="{FAC596DB-6141-4D5D-82ED-663F6C02BF55}" dt="2023-04-09T19:12:38.793" v="531" actId="1035"/>
          <ac:spMkLst>
            <pc:docMk/>
            <pc:sldMk cId="1162683817" sldId="256"/>
            <ac:spMk id="2" creationId="{0BE242E2-BDE1-4BB4-9DC7-21CDD4EC0757}"/>
          </ac:spMkLst>
        </pc:spChg>
        <pc:spChg chg="mod">
          <ac:chgData name="Андрей" userId="763829e5-af6a-4026-a6c4-a965f34b6439" providerId="ADAL" clId="{FAC596DB-6141-4D5D-82ED-663F6C02BF55}" dt="2023-04-09T19:34:42.488" v="1176" actId="20577"/>
          <ac:spMkLst>
            <pc:docMk/>
            <pc:sldMk cId="1162683817" sldId="256"/>
            <ac:spMk id="3" creationId="{E7A09971-C5D3-4223-A74A-5434005495C5}"/>
          </ac:spMkLst>
        </pc:spChg>
        <pc:spChg chg="add del mod">
          <ac:chgData name="Андрей" userId="763829e5-af6a-4026-a6c4-a965f34b6439" providerId="ADAL" clId="{FAC596DB-6141-4D5D-82ED-663F6C02BF55}" dt="2023-04-09T18:09:07.836" v="142" actId="478"/>
          <ac:spMkLst>
            <pc:docMk/>
            <pc:sldMk cId="1162683817" sldId="256"/>
            <ac:spMk id="4" creationId="{91CD3B06-2478-4A77-A296-C4D3343D052A}"/>
          </ac:spMkLst>
        </pc:spChg>
        <pc:spChg chg="add del mod">
          <ac:chgData name="Андрей" userId="763829e5-af6a-4026-a6c4-a965f34b6439" providerId="ADAL" clId="{FAC596DB-6141-4D5D-82ED-663F6C02BF55}" dt="2023-04-09T18:09:45.822" v="147" actId="478"/>
          <ac:spMkLst>
            <pc:docMk/>
            <pc:sldMk cId="1162683817" sldId="256"/>
            <ac:spMk id="5" creationId="{77796456-09B2-4F79-BD91-E6732DE2BD6B}"/>
          </ac:spMkLst>
        </pc:spChg>
        <pc:spChg chg="add del mod">
          <ac:chgData name="Андрей" userId="763829e5-af6a-4026-a6c4-a965f34b6439" providerId="ADAL" clId="{FAC596DB-6141-4D5D-82ED-663F6C02BF55}" dt="2023-04-09T18:09:58.413" v="150" actId="478"/>
          <ac:spMkLst>
            <pc:docMk/>
            <pc:sldMk cId="1162683817" sldId="256"/>
            <ac:spMk id="6" creationId="{79DB25CE-E422-485E-BE8C-13828B8F5AD0}"/>
          </ac:spMkLst>
        </pc:spChg>
        <pc:spChg chg="add mod">
          <ac:chgData name="Андрей" userId="763829e5-af6a-4026-a6c4-a965f34b6439" providerId="ADAL" clId="{FAC596DB-6141-4D5D-82ED-663F6C02BF55}" dt="2023-04-09T19:12:24.897" v="506" actId="1076"/>
          <ac:spMkLst>
            <pc:docMk/>
            <pc:sldMk cId="1162683817" sldId="256"/>
            <ac:spMk id="7" creationId="{661DAA70-8473-4637-BDC4-97374F88C6BA}"/>
          </ac:spMkLst>
        </pc:spChg>
        <pc:spChg chg="add mod">
          <ac:chgData name="Андрей" userId="763829e5-af6a-4026-a6c4-a965f34b6439" providerId="ADAL" clId="{FAC596DB-6141-4D5D-82ED-663F6C02BF55}" dt="2023-04-09T19:12:38.793" v="531" actId="1035"/>
          <ac:spMkLst>
            <pc:docMk/>
            <pc:sldMk cId="1162683817" sldId="256"/>
            <ac:spMk id="8" creationId="{346A205F-129D-4B02-AECC-E543B5DC1204}"/>
          </ac:spMkLst>
        </pc:spChg>
        <pc:spChg chg="add del mod">
          <ac:chgData name="Андрей" userId="763829e5-af6a-4026-a6c4-a965f34b6439" providerId="ADAL" clId="{FAC596DB-6141-4D5D-82ED-663F6C02BF55}" dt="2023-04-09T18:22:20.798" v="444" actId="478"/>
          <ac:spMkLst>
            <pc:docMk/>
            <pc:sldMk cId="1162683817" sldId="256"/>
            <ac:spMk id="9" creationId="{BEF2DE8E-107E-4A5B-B71C-25F8C2A5F84A}"/>
          </ac:spMkLst>
        </pc:spChg>
      </pc:sldChg>
      <pc:sldChg chg="addSp delSp modSp add mod">
        <pc:chgData name="Андрей" userId="763829e5-af6a-4026-a6c4-a965f34b6439" providerId="ADAL" clId="{FAC596DB-6141-4D5D-82ED-663F6C02BF55}" dt="2023-04-09T20:31:12.248" v="2577" actId="14100"/>
        <pc:sldMkLst>
          <pc:docMk/>
          <pc:sldMk cId="1317558677" sldId="257"/>
        </pc:sldMkLst>
        <pc:spChg chg="del">
          <ac:chgData name="Андрей" userId="763829e5-af6a-4026-a6c4-a965f34b6439" providerId="ADAL" clId="{FAC596DB-6141-4D5D-82ED-663F6C02BF55}" dt="2023-04-09T19:11:01.107" v="446" actId="478"/>
          <ac:spMkLst>
            <pc:docMk/>
            <pc:sldMk cId="1317558677" sldId="257"/>
            <ac:spMk id="2" creationId="{0BE242E2-BDE1-4BB4-9DC7-21CDD4EC0757}"/>
          </ac:spMkLst>
        </pc:spChg>
        <pc:spChg chg="del">
          <ac:chgData name="Андрей" userId="763829e5-af6a-4026-a6c4-a965f34b6439" providerId="ADAL" clId="{FAC596DB-6141-4D5D-82ED-663F6C02BF55}" dt="2023-04-09T19:11:01.107" v="446" actId="478"/>
          <ac:spMkLst>
            <pc:docMk/>
            <pc:sldMk cId="1317558677" sldId="257"/>
            <ac:spMk id="3" creationId="{E7A09971-C5D3-4223-A74A-5434005495C5}"/>
          </ac:spMkLst>
        </pc:spChg>
        <pc:spChg chg="add del mod">
          <ac:chgData name="Андрей" userId="763829e5-af6a-4026-a6c4-a965f34b6439" providerId="ADAL" clId="{FAC596DB-6141-4D5D-82ED-663F6C02BF55}" dt="2023-04-09T19:11:04.813" v="448" actId="478"/>
          <ac:spMkLst>
            <pc:docMk/>
            <pc:sldMk cId="1317558677" sldId="257"/>
            <ac:spMk id="5" creationId="{A89B207D-05F5-403D-995D-500367E8457F}"/>
          </ac:spMkLst>
        </pc:spChg>
        <pc:spChg chg="add del">
          <ac:chgData name="Андрей" userId="763829e5-af6a-4026-a6c4-a965f34b6439" providerId="ADAL" clId="{FAC596DB-6141-4D5D-82ED-663F6C02BF55}" dt="2023-04-09T19:12:52.694" v="536" actId="478"/>
          <ac:spMkLst>
            <pc:docMk/>
            <pc:sldMk cId="1317558677" sldId="257"/>
            <ac:spMk id="7" creationId="{661DAA70-8473-4637-BDC4-97374F88C6BA}"/>
          </ac:spMkLst>
        </pc:spChg>
        <pc:spChg chg="mod">
          <ac:chgData name="Андрей" userId="763829e5-af6a-4026-a6c4-a965f34b6439" providerId="ADAL" clId="{FAC596DB-6141-4D5D-82ED-663F6C02BF55}" dt="2023-04-09T19:13:28.123" v="544" actId="1076"/>
          <ac:spMkLst>
            <pc:docMk/>
            <pc:sldMk cId="1317558677" sldId="257"/>
            <ac:spMk id="8" creationId="{346A205F-129D-4B02-AECC-E543B5DC1204}"/>
          </ac:spMkLst>
        </pc:spChg>
        <pc:spChg chg="add del mod">
          <ac:chgData name="Андрей" userId="763829e5-af6a-4026-a6c4-a965f34b6439" providerId="ADAL" clId="{FAC596DB-6141-4D5D-82ED-663F6C02BF55}" dt="2023-04-09T19:11:03.694" v="447" actId="478"/>
          <ac:spMkLst>
            <pc:docMk/>
            <pc:sldMk cId="1317558677" sldId="257"/>
            <ac:spMk id="9" creationId="{6BEA6315-94C1-489F-B1A4-44909960F4B7}"/>
          </ac:spMkLst>
        </pc:spChg>
        <pc:spChg chg="add del mod">
          <ac:chgData name="Андрей" userId="763829e5-af6a-4026-a6c4-a965f34b6439" providerId="ADAL" clId="{FAC596DB-6141-4D5D-82ED-663F6C02BF55}" dt="2023-04-09T19:12:50.261" v="535" actId="478"/>
          <ac:spMkLst>
            <pc:docMk/>
            <pc:sldMk cId="1317558677" sldId="257"/>
            <ac:spMk id="10" creationId="{18E0B4F3-7CF2-41A1-B862-4DF8D77A28E5}"/>
          </ac:spMkLst>
        </pc:spChg>
        <pc:spChg chg="add mod">
          <ac:chgData name="Андрей" userId="763829e5-af6a-4026-a6c4-a965f34b6439" providerId="ADAL" clId="{FAC596DB-6141-4D5D-82ED-663F6C02BF55}" dt="2023-04-09T19:12:53.969" v="537"/>
          <ac:spMkLst>
            <pc:docMk/>
            <pc:sldMk cId="1317558677" sldId="257"/>
            <ac:spMk id="11" creationId="{063C633B-D49C-4C72-AD2E-175027967815}"/>
          </ac:spMkLst>
        </pc:spChg>
        <pc:spChg chg="add mod">
          <ac:chgData name="Андрей" userId="763829e5-af6a-4026-a6c4-a965f34b6439" providerId="ADAL" clId="{FAC596DB-6141-4D5D-82ED-663F6C02BF55}" dt="2023-04-09T20:31:12.248" v="2577" actId="14100"/>
          <ac:spMkLst>
            <pc:docMk/>
            <pc:sldMk cId="1317558677" sldId="257"/>
            <ac:spMk id="14" creationId="{2762FF3E-0639-489A-9092-E1BB585D0C2B}"/>
          </ac:spMkLst>
        </pc:spChg>
        <pc:spChg chg="add mod">
          <ac:chgData name="Андрей" userId="763829e5-af6a-4026-a6c4-a965f34b6439" providerId="ADAL" clId="{FAC596DB-6141-4D5D-82ED-663F6C02BF55}" dt="2023-04-09T20:30:49.743" v="2572"/>
          <ac:spMkLst>
            <pc:docMk/>
            <pc:sldMk cId="1317558677" sldId="257"/>
            <ac:spMk id="15" creationId="{A90137F7-6D18-4048-BFFA-8F405D4EBD2A}"/>
          </ac:spMkLst>
        </pc:spChg>
        <pc:graphicFrameChg chg="add mod modGraphic">
          <ac:chgData name="Андрей" userId="763829e5-af6a-4026-a6c4-a965f34b6439" providerId="ADAL" clId="{FAC596DB-6141-4D5D-82ED-663F6C02BF55}" dt="2023-04-09T19:27:26.748" v="980" actId="1038"/>
          <ac:graphicFrameMkLst>
            <pc:docMk/>
            <pc:sldMk cId="1317558677" sldId="257"/>
            <ac:graphicFrameMk id="12" creationId="{68AA433F-9594-4A34-A738-BDA1B3303856}"/>
          </ac:graphicFrameMkLst>
        </pc:graphicFrameChg>
      </pc:sldChg>
      <pc:sldChg chg="addSp delSp modSp add mod ord">
        <pc:chgData name="Андрей" userId="763829e5-af6a-4026-a6c4-a965f34b6439" providerId="ADAL" clId="{FAC596DB-6141-4D5D-82ED-663F6C02BF55}" dt="2023-04-10T05:43:02.247" v="11799" actId="1076"/>
        <pc:sldMkLst>
          <pc:docMk/>
          <pc:sldMk cId="864072443" sldId="258"/>
        </pc:sldMkLst>
        <pc:spChg chg="add del mod">
          <ac:chgData name="Андрей" userId="763829e5-af6a-4026-a6c4-a965f34b6439" providerId="ADAL" clId="{FAC596DB-6141-4D5D-82ED-663F6C02BF55}" dt="2023-04-09T19:13:19.535" v="542" actId="478"/>
          <ac:spMkLst>
            <pc:docMk/>
            <pc:sldMk cId="864072443" sldId="258"/>
            <ac:spMk id="4" creationId="{F9F4743E-2221-4804-BDAB-BD6469B2B969}"/>
          </ac:spMkLst>
        </pc:spChg>
        <pc:spChg chg="add mod">
          <ac:chgData name="Андрей" userId="763829e5-af6a-4026-a6c4-a965f34b6439" providerId="ADAL" clId="{FAC596DB-6141-4D5D-82ED-663F6C02BF55}" dt="2023-04-09T19:13:13.981" v="541"/>
          <ac:spMkLst>
            <pc:docMk/>
            <pc:sldMk cId="864072443" sldId="258"/>
            <ac:spMk id="5" creationId="{912228DB-411D-4577-8568-71FFC003552A}"/>
          </ac:spMkLst>
        </pc:spChg>
        <pc:spChg chg="add mod">
          <ac:chgData name="Андрей" userId="763829e5-af6a-4026-a6c4-a965f34b6439" providerId="ADAL" clId="{FAC596DB-6141-4D5D-82ED-663F6C02BF55}" dt="2023-04-09T19:13:38.525" v="564" actId="20577"/>
          <ac:spMkLst>
            <pc:docMk/>
            <pc:sldMk cId="864072443" sldId="258"/>
            <ac:spMk id="6" creationId="{E98FBFFE-EB64-4C2E-B5F8-01F73CF63DCE}"/>
          </ac:spMkLst>
        </pc:spChg>
        <pc:spChg chg="add mod">
          <ac:chgData name="Андрей" userId="763829e5-af6a-4026-a6c4-a965f34b6439" providerId="ADAL" clId="{FAC596DB-6141-4D5D-82ED-663F6C02BF55}" dt="2023-04-10T05:43:02.247" v="11799" actId="1076"/>
          <ac:spMkLst>
            <pc:docMk/>
            <pc:sldMk cId="864072443" sldId="258"/>
            <ac:spMk id="7" creationId="{535DFEB4-11DD-404F-B8C5-42827378B5CB}"/>
          </ac:spMkLst>
        </pc:spChg>
        <pc:spChg chg="del">
          <ac:chgData name="Андрей" userId="763829e5-af6a-4026-a6c4-a965f34b6439" providerId="ADAL" clId="{FAC596DB-6141-4D5D-82ED-663F6C02BF55}" dt="2023-04-09T19:13:13.628" v="540" actId="478"/>
          <ac:spMkLst>
            <pc:docMk/>
            <pc:sldMk cId="864072443" sldId="258"/>
            <ac:spMk id="7" creationId="{661DAA70-8473-4637-BDC4-97374F88C6BA}"/>
          </ac:spMkLst>
        </pc:spChg>
        <pc:spChg chg="del mod">
          <ac:chgData name="Андрей" userId="763829e5-af6a-4026-a6c4-a965f34b6439" providerId="ADAL" clId="{FAC596DB-6141-4D5D-82ED-663F6C02BF55}" dt="2023-04-09T19:13:13.628" v="540" actId="478"/>
          <ac:spMkLst>
            <pc:docMk/>
            <pc:sldMk cId="864072443" sldId="258"/>
            <ac:spMk id="8" creationId="{346A205F-129D-4B02-AECC-E543B5DC1204}"/>
          </ac:spMkLst>
        </pc:spChg>
        <pc:picChg chg="add mod">
          <ac:chgData name="Андрей" userId="763829e5-af6a-4026-a6c4-a965f34b6439" providerId="ADAL" clId="{FAC596DB-6141-4D5D-82ED-663F6C02BF55}" dt="2023-04-10T05:43:02.247" v="11799" actId="1076"/>
          <ac:picMkLst>
            <pc:docMk/>
            <pc:sldMk cId="864072443" sldId="258"/>
            <ac:picMk id="3" creationId="{52D26F6C-DEC5-4A9E-BA3D-4BA9663CDEBF}"/>
          </ac:picMkLst>
        </pc:picChg>
      </pc:sldChg>
      <pc:sldChg chg="add del setBg">
        <pc:chgData name="Андрей" userId="763829e5-af6a-4026-a6c4-a965f34b6439" providerId="ADAL" clId="{FAC596DB-6141-4D5D-82ED-663F6C02BF55}" dt="2023-04-09T19:11:31.207" v="479"/>
        <pc:sldMkLst>
          <pc:docMk/>
          <pc:sldMk cId="3765764879" sldId="258"/>
        </pc:sldMkLst>
      </pc:sldChg>
      <pc:sldChg chg="addSp delSp modSp add mod">
        <pc:chgData name="Андрей" userId="763829e5-af6a-4026-a6c4-a965f34b6439" providerId="ADAL" clId="{FAC596DB-6141-4D5D-82ED-663F6C02BF55}" dt="2023-04-09T21:27:02.278" v="5943" actId="6549"/>
        <pc:sldMkLst>
          <pc:docMk/>
          <pc:sldMk cId="4190953926" sldId="259"/>
        </pc:sldMkLst>
        <pc:spChg chg="add del">
          <ac:chgData name="Андрей" userId="763829e5-af6a-4026-a6c4-a965f34b6439" providerId="ADAL" clId="{FAC596DB-6141-4D5D-82ED-663F6C02BF55}" dt="2023-04-09T20:29:19.090" v="2472"/>
          <ac:spMkLst>
            <pc:docMk/>
            <pc:sldMk cId="4190953926" sldId="259"/>
            <ac:spMk id="2" creationId="{823C497B-1D40-4522-8EDE-16B0940F35BB}"/>
          </ac:spMkLst>
        </pc:spChg>
        <pc:spChg chg="mod">
          <ac:chgData name="Андрей" userId="763829e5-af6a-4026-a6c4-a965f34b6439" providerId="ADAL" clId="{FAC596DB-6141-4D5D-82ED-663F6C02BF55}" dt="2023-04-09T19:34:33.854" v="1174" actId="20577"/>
          <ac:spMkLst>
            <pc:docMk/>
            <pc:sldMk cId="4190953926" sldId="259"/>
            <ac:spMk id="8" creationId="{346A205F-129D-4B02-AECC-E543B5DC1204}"/>
          </ac:spMkLst>
        </pc:spChg>
        <pc:spChg chg="add mod">
          <ac:chgData name="Андрей" userId="763829e5-af6a-4026-a6c4-a965f34b6439" providerId="ADAL" clId="{FAC596DB-6141-4D5D-82ED-663F6C02BF55}" dt="2023-04-09T20:58:17.106" v="4030" actId="1076"/>
          <ac:spMkLst>
            <pc:docMk/>
            <pc:sldMk cId="4190953926" sldId="259"/>
            <ac:spMk id="9" creationId="{C5B3CAF5-BE74-4B0A-BEB8-B1AC2EE8338F}"/>
          </ac:spMkLst>
        </pc:spChg>
        <pc:spChg chg="mod">
          <ac:chgData name="Андрей" userId="763829e5-af6a-4026-a6c4-a965f34b6439" providerId="ADAL" clId="{FAC596DB-6141-4D5D-82ED-663F6C02BF55}" dt="2023-04-09T21:27:02.278" v="5943" actId="6549"/>
          <ac:spMkLst>
            <pc:docMk/>
            <pc:sldMk cId="4190953926" sldId="259"/>
            <ac:spMk id="14" creationId="{2762FF3E-0639-489A-9092-E1BB585D0C2B}"/>
          </ac:spMkLst>
        </pc:spChg>
        <pc:graphicFrameChg chg="del">
          <ac:chgData name="Андрей" userId="763829e5-af6a-4026-a6c4-a965f34b6439" providerId="ADAL" clId="{FAC596DB-6141-4D5D-82ED-663F6C02BF55}" dt="2023-04-09T19:32:29.728" v="1116" actId="478"/>
          <ac:graphicFrameMkLst>
            <pc:docMk/>
            <pc:sldMk cId="4190953926" sldId="259"/>
            <ac:graphicFrameMk id="12" creationId="{68AA433F-9594-4A34-A738-BDA1B3303856}"/>
          </ac:graphicFrameMkLst>
        </pc:graphicFrameChg>
      </pc:sldChg>
      <pc:sldChg chg="addSp modSp add mod">
        <pc:chgData name="Андрей" userId="763829e5-af6a-4026-a6c4-a965f34b6439" providerId="ADAL" clId="{FAC596DB-6141-4D5D-82ED-663F6C02BF55}" dt="2023-04-10T05:38:19.363" v="11746" actId="14100"/>
        <pc:sldMkLst>
          <pc:docMk/>
          <pc:sldMk cId="1367150504" sldId="260"/>
        </pc:sldMkLst>
        <pc:spChg chg="mod">
          <ac:chgData name="Андрей" userId="763829e5-af6a-4026-a6c4-a965f34b6439" providerId="ADAL" clId="{FAC596DB-6141-4D5D-82ED-663F6C02BF55}" dt="2023-04-10T05:30:47.575" v="11072" actId="20577"/>
          <ac:spMkLst>
            <pc:docMk/>
            <pc:sldMk cId="1367150504" sldId="260"/>
            <ac:spMk id="6" creationId="{E98FBFFE-EB64-4C2E-B5F8-01F73CF63DCE}"/>
          </ac:spMkLst>
        </pc:spChg>
        <pc:spChg chg="add mod">
          <ac:chgData name="Андрей" userId="763829e5-af6a-4026-a6c4-a965f34b6439" providerId="ADAL" clId="{FAC596DB-6141-4D5D-82ED-663F6C02BF55}" dt="2023-04-10T05:37:37.796" v="11699" actId="1076"/>
          <ac:spMkLst>
            <pc:docMk/>
            <pc:sldMk cId="1367150504" sldId="260"/>
            <ac:spMk id="7" creationId="{6933B157-0B51-4275-B537-6CB626220E3C}"/>
          </ac:spMkLst>
        </pc:spChg>
        <pc:spChg chg="add mod">
          <ac:chgData name="Андрей" userId="763829e5-af6a-4026-a6c4-a965f34b6439" providerId="ADAL" clId="{FAC596DB-6141-4D5D-82ED-663F6C02BF55}" dt="2023-04-10T05:38:19.363" v="11746" actId="14100"/>
          <ac:spMkLst>
            <pc:docMk/>
            <pc:sldMk cId="1367150504" sldId="260"/>
            <ac:spMk id="8" creationId="{D3F42824-2851-4940-A2FD-9843FEE7F22F}"/>
          </ac:spMkLst>
        </pc:spChg>
        <pc:graphicFrameChg chg="add mod modGraphic">
          <ac:chgData name="Андрей" userId="763829e5-af6a-4026-a6c4-a965f34b6439" providerId="ADAL" clId="{FAC596DB-6141-4D5D-82ED-663F6C02BF55}" dt="2023-04-10T05:33:36.278" v="11281" actId="1076"/>
          <ac:graphicFrameMkLst>
            <pc:docMk/>
            <pc:sldMk cId="1367150504" sldId="260"/>
            <ac:graphicFrameMk id="4" creationId="{0B3BAE34-6605-4497-95B0-92EE24BEB018}"/>
          </ac:graphicFrameMkLst>
        </pc:graphicFrameChg>
      </pc:sldChg>
      <pc:sldChg chg="addSp delSp modSp add mod">
        <pc:chgData name="Андрей" userId="763829e5-af6a-4026-a6c4-a965f34b6439" providerId="ADAL" clId="{FAC596DB-6141-4D5D-82ED-663F6C02BF55}" dt="2023-04-09T20:57:11.568" v="3981" actId="20577"/>
        <pc:sldMkLst>
          <pc:docMk/>
          <pc:sldMk cId="3636648270" sldId="261"/>
        </pc:sldMkLst>
        <pc:spChg chg="add del mod">
          <ac:chgData name="Андрей" userId="763829e5-af6a-4026-a6c4-a965f34b6439" providerId="ADAL" clId="{FAC596DB-6141-4D5D-82ED-663F6C02BF55}" dt="2023-04-09T20:53:00.257" v="3699" actId="478"/>
          <ac:spMkLst>
            <pc:docMk/>
            <pc:sldMk cId="3636648270" sldId="261"/>
            <ac:spMk id="6" creationId="{1A16F2CC-4EB7-4AC4-AD93-5EBAEA6D8A0C}"/>
          </ac:spMkLst>
        </pc:spChg>
        <pc:spChg chg="mod">
          <ac:chgData name="Андрей" userId="763829e5-af6a-4026-a6c4-a965f34b6439" providerId="ADAL" clId="{FAC596DB-6141-4D5D-82ED-663F6C02BF55}" dt="2023-04-09T20:40:18.751" v="2827" actId="20577"/>
          <ac:spMkLst>
            <pc:docMk/>
            <pc:sldMk cId="3636648270" sldId="261"/>
            <ac:spMk id="8" creationId="{346A205F-129D-4B02-AECC-E543B5DC1204}"/>
          </ac:spMkLst>
        </pc:spChg>
        <pc:spChg chg="del">
          <ac:chgData name="Андрей" userId="763829e5-af6a-4026-a6c4-a965f34b6439" providerId="ADAL" clId="{FAC596DB-6141-4D5D-82ED-663F6C02BF55}" dt="2023-04-09T20:11:08.538" v="1221" actId="478"/>
          <ac:spMkLst>
            <pc:docMk/>
            <pc:sldMk cId="3636648270" sldId="261"/>
            <ac:spMk id="14" creationId="{2762FF3E-0639-489A-9092-E1BB585D0C2B}"/>
          </ac:spMkLst>
        </pc:spChg>
        <pc:graphicFrameChg chg="add mod modGraphic">
          <ac:chgData name="Андрей" userId="763829e5-af6a-4026-a6c4-a965f34b6439" providerId="ADAL" clId="{FAC596DB-6141-4D5D-82ED-663F6C02BF55}" dt="2023-04-09T20:57:11.568" v="3981" actId="20577"/>
          <ac:graphicFrameMkLst>
            <pc:docMk/>
            <pc:sldMk cId="3636648270" sldId="261"/>
            <ac:graphicFrameMk id="2" creationId="{8977D62D-B885-4B2A-BA9F-CF0D16E8B7F6}"/>
          </ac:graphicFrameMkLst>
        </pc:graphicFrameChg>
      </pc:sldChg>
      <pc:sldChg chg="add del">
        <pc:chgData name="Андрей" userId="763829e5-af6a-4026-a6c4-a965f34b6439" providerId="ADAL" clId="{FAC596DB-6141-4D5D-82ED-663F6C02BF55}" dt="2023-04-09T20:39:33.418" v="2766" actId="47"/>
        <pc:sldMkLst>
          <pc:docMk/>
          <pc:sldMk cId="610613282" sldId="262"/>
        </pc:sldMkLst>
      </pc:sldChg>
      <pc:sldChg chg="addSp modSp add mod">
        <pc:chgData name="Андрей" userId="763829e5-af6a-4026-a6c4-a965f34b6439" providerId="ADAL" clId="{FAC596DB-6141-4D5D-82ED-663F6C02BF55}" dt="2023-04-09T20:38:56.404" v="2764" actId="1076"/>
        <pc:sldMkLst>
          <pc:docMk/>
          <pc:sldMk cId="979685348" sldId="263"/>
        </pc:sldMkLst>
        <pc:spChg chg="add mod">
          <ac:chgData name="Андрей" userId="763829e5-af6a-4026-a6c4-a965f34b6439" providerId="ADAL" clId="{FAC596DB-6141-4D5D-82ED-663F6C02BF55}" dt="2023-04-09T20:38:56.404" v="2764" actId="1076"/>
          <ac:spMkLst>
            <pc:docMk/>
            <pc:sldMk cId="979685348" sldId="263"/>
            <ac:spMk id="4" creationId="{34F8DB82-4391-4696-A281-8267CF3FC188}"/>
          </ac:spMkLst>
        </pc:spChg>
        <pc:spChg chg="mod">
          <ac:chgData name="Андрей" userId="763829e5-af6a-4026-a6c4-a965f34b6439" providerId="ADAL" clId="{FAC596DB-6141-4D5D-82ED-663F6C02BF55}" dt="2023-04-09T20:33:58.285" v="2603" actId="20577"/>
          <ac:spMkLst>
            <pc:docMk/>
            <pc:sldMk cId="979685348" sldId="263"/>
            <ac:spMk id="6" creationId="{E98FBFFE-EB64-4C2E-B5F8-01F73CF63DCE}"/>
          </ac:spMkLst>
        </pc:spChg>
      </pc:sldChg>
      <pc:sldChg chg="modSp add mod">
        <pc:chgData name="Андрей" userId="763829e5-af6a-4026-a6c4-a965f34b6439" providerId="ADAL" clId="{FAC596DB-6141-4D5D-82ED-663F6C02BF55}" dt="2023-04-10T05:05:16.707" v="9432" actId="403"/>
        <pc:sldMkLst>
          <pc:docMk/>
          <pc:sldMk cId="275602488" sldId="264"/>
        </pc:sldMkLst>
        <pc:graphicFrameChg chg="modGraphic">
          <ac:chgData name="Андрей" userId="763829e5-af6a-4026-a6c4-a965f34b6439" providerId="ADAL" clId="{FAC596DB-6141-4D5D-82ED-663F6C02BF55}" dt="2023-04-10T05:05:16.707" v="9432" actId="403"/>
          <ac:graphicFrameMkLst>
            <pc:docMk/>
            <pc:sldMk cId="275602488" sldId="264"/>
            <ac:graphicFrameMk id="2" creationId="{8977D62D-B885-4B2A-BA9F-CF0D16E8B7F6}"/>
          </ac:graphicFrameMkLst>
        </pc:graphicFrameChg>
      </pc:sldChg>
      <pc:sldChg chg="addSp delSp modSp add mod">
        <pc:chgData name="Андрей" userId="763829e5-af6a-4026-a6c4-a965f34b6439" providerId="ADAL" clId="{FAC596DB-6141-4D5D-82ED-663F6C02BF55}" dt="2023-04-09T20:55:12.018" v="3894" actId="1076"/>
        <pc:sldMkLst>
          <pc:docMk/>
          <pc:sldMk cId="1428231268" sldId="265"/>
        </pc:sldMkLst>
        <pc:spChg chg="mod">
          <ac:chgData name="Андрей" userId="763829e5-af6a-4026-a6c4-a965f34b6439" providerId="ADAL" clId="{FAC596DB-6141-4D5D-82ED-663F6C02BF55}" dt="2023-04-09T20:53:40.708" v="3766" actId="115"/>
          <ac:spMkLst>
            <pc:docMk/>
            <pc:sldMk cId="1428231268" sldId="265"/>
            <ac:spMk id="9" creationId="{C5B3CAF5-BE74-4B0A-BEB8-B1AC2EE8338F}"/>
          </ac:spMkLst>
        </pc:spChg>
        <pc:spChg chg="del">
          <ac:chgData name="Андрей" userId="763829e5-af6a-4026-a6c4-a965f34b6439" providerId="ADAL" clId="{FAC596DB-6141-4D5D-82ED-663F6C02BF55}" dt="2023-04-09T20:53:36.143" v="3764" actId="478"/>
          <ac:spMkLst>
            <pc:docMk/>
            <pc:sldMk cId="1428231268" sldId="265"/>
            <ac:spMk id="14" creationId="{2762FF3E-0639-489A-9092-E1BB585D0C2B}"/>
          </ac:spMkLst>
        </pc:spChg>
        <pc:graphicFrameChg chg="add mod modGraphic">
          <ac:chgData name="Андрей" userId="763829e5-af6a-4026-a6c4-a965f34b6439" providerId="ADAL" clId="{FAC596DB-6141-4D5D-82ED-663F6C02BF55}" dt="2023-04-09T20:55:12.018" v="3894" actId="1076"/>
          <ac:graphicFrameMkLst>
            <pc:docMk/>
            <pc:sldMk cId="1428231268" sldId="265"/>
            <ac:graphicFrameMk id="6" creationId="{56971535-100A-4C7D-B97E-89A3D2395FEF}"/>
          </ac:graphicFrameMkLst>
        </pc:graphicFrameChg>
      </pc:sldChg>
      <pc:sldChg chg="modSp add del mod">
        <pc:chgData name="Андрей" userId="763829e5-af6a-4026-a6c4-a965f34b6439" providerId="ADAL" clId="{FAC596DB-6141-4D5D-82ED-663F6C02BF55}" dt="2023-04-09T20:52:13.182" v="3689" actId="47"/>
        <pc:sldMkLst>
          <pc:docMk/>
          <pc:sldMk cId="2491253635" sldId="265"/>
        </pc:sldMkLst>
        <pc:spChg chg="mod">
          <ac:chgData name="Андрей" userId="763829e5-af6a-4026-a6c4-a965f34b6439" providerId="ADAL" clId="{FAC596DB-6141-4D5D-82ED-663F6C02BF55}" dt="2023-04-09T20:50:34.857" v="3590" actId="20577"/>
          <ac:spMkLst>
            <pc:docMk/>
            <pc:sldMk cId="2491253635" sldId="265"/>
            <ac:spMk id="8" creationId="{346A205F-129D-4B02-AECC-E543B5DC1204}"/>
          </ac:spMkLst>
        </pc:spChg>
        <pc:graphicFrameChg chg="mod modGraphic">
          <ac:chgData name="Андрей" userId="763829e5-af6a-4026-a6c4-a965f34b6439" providerId="ADAL" clId="{FAC596DB-6141-4D5D-82ED-663F6C02BF55}" dt="2023-04-09T20:51:06.511" v="3596" actId="20577"/>
          <ac:graphicFrameMkLst>
            <pc:docMk/>
            <pc:sldMk cId="2491253635" sldId="265"/>
            <ac:graphicFrameMk id="2" creationId="{8977D62D-B885-4B2A-BA9F-CF0D16E8B7F6}"/>
          </ac:graphicFrameMkLst>
        </pc:graphicFrameChg>
      </pc:sldChg>
      <pc:sldChg chg="addSp modSp add mod">
        <pc:chgData name="Андрей" userId="763829e5-af6a-4026-a6c4-a965f34b6439" providerId="ADAL" clId="{FAC596DB-6141-4D5D-82ED-663F6C02BF55}" dt="2023-04-09T20:57:42.760" v="4016" actId="20577"/>
        <pc:sldMkLst>
          <pc:docMk/>
          <pc:sldMk cId="545927125" sldId="266"/>
        </pc:sldMkLst>
        <pc:spChg chg="add mod">
          <ac:chgData name="Андрей" userId="763829e5-af6a-4026-a6c4-a965f34b6439" providerId="ADAL" clId="{FAC596DB-6141-4D5D-82ED-663F6C02BF55}" dt="2023-04-09T20:56:56.293" v="3967" actId="115"/>
          <ac:spMkLst>
            <pc:docMk/>
            <pc:sldMk cId="545927125" sldId="266"/>
            <ac:spMk id="5" creationId="{65BA374C-49AB-428A-9A3C-CC7D834EF8D1}"/>
          </ac:spMkLst>
        </pc:spChg>
        <pc:spChg chg="mod">
          <ac:chgData name="Андрей" userId="763829e5-af6a-4026-a6c4-a965f34b6439" providerId="ADAL" clId="{FAC596DB-6141-4D5D-82ED-663F6C02BF55}" dt="2023-04-09T20:55:23.113" v="3900" actId="20577"/>
          <ac:spMkLst>
            <pc:docMk/>
            <pc:sldMk cId="545927125" sldId="266"/>
            <ac:spMk id="8" creationId="{346A205F-129D-4B02-AECC-E543B5DC1204}"/>
          </ac:spMkLst>
        </pc:spChg>
        <pc:graphicFrameChg chg="mod modGraphic">
          <ac:chgData name="Андрей" userId="763829e5-af6a-4026-a6c4-a965f34b6439" providerId="ADAL" clId="{FAC596DB-6141-4D5D-82ED-663F6C02BF55}" dt="2023-04-09T20:57:42.760" v="4016" actId="20577"/>
          <ac:graphicFrameMkLst>
            <pc:docMk/>
            <pc:sldMk cId="545927125" sldId="266"/>
            <ac:graphicFrameMk id="2" creationId="{8977D62D-B885-4B2A-BA9F-CF0D16E8B7F6}"/>
          </ac:graphicFrameMkLst>
        </pc:graphicFrameChg>
      </pc:sldChg>
      <pc:sldChg chg="modSp add del mod">
        <pc:chgData name="Андрей" userId="763829e5-af6a-4026-a6c4-a965f34b6439" providerId="ADAL" clId="{FAC596DB-6141-4D5D-82ED-663F6C02BF55}" dt="2023-04-09T21:04:51.182" v="4736" actId="47"/>
        <pc:sldMkLst>
          <pc:docMk/>
          <pc:sldMk cId="315235965" sldId="267"/>
        </pc:sldMkLst>
        <pc:spChg chg="mod">
          <ac:chgData name="Андрей" userId="763829e5-af6a-4026-a6c4-a965f34b6439" providerId="ADAL" clId="{FAC596DB-6141-4D5D-82ED-663F6C02BF55}" dt="2023-04-09T20:58:49.905" v="4083" actId="20577"/>
          <ac:spMkLst>
            <pc:docMk/>
            <pc:sldMk cId="315235965" sldId="267"/>
            <ac:spMk id="8" creationId="{346A205F-129D-4B02-AECC-E543B5DC1204}"/>
          </ac:spMkLst>
        </pc:spChg>
      </pc:sldChg>
      <pc:sldChg chg="delSp modSp add mod ord">
        <pc:chgData name="Андрей" userId="763829e5-af6a-4026-a6c4-a965f34b6439" providerId="ADAL" clId="{FAC596DB-6141-4D5D-82ED-663F6C02BF55}" dt="2023-04-09T21:05:10.529" v="4747" actId="20577"/>
        <pc:sldMkLst>
          <pc:docMk/>
          <pc:sldMk cId="80660376" sldId="268"/>
        </pc:sldMkLst>
        <pc:spChg chg="del mod">
          <ac:chgData name="Андрей" userId="763829e5-af6a-4026-a6c4-a965f34b6439" providerId="ADAL" clId="{FAC596DB-6141-4D5D-82ED-663F6C02BF55}" dt="2023-04-09T21:03:28.331" v="4594" actId="478"/>
          <ac:spMkLst>
            <pc:docMk/>
            <pc:sldMk cId="80660376" sldId="268"/>
            <ac:spMk id="5" creationId="{65BA374C-49AB-428A-9A3C-CC7D834EF8D1}"/>
          </ac:spMkLst>
        </pc:spChg>
        <pc:spChg chg="mod">
          <ac:chgData name="Андрей" userId="763829e5-af6a-4026-a6c4-a965f34b6439" providerId="ADAL" clId="{FAC596DB-6141-4D5D-82ED-663F6C02BF55}" dt="2023-04-09T20:59:06.289" v="4097" actId="20577"/>
          <ac:spMkLst>
            <pc:docMk/>
            <pc:sldMk cId="80660376" sldId="268"/>
            <ac:spMk id="8" creationId="{346A205F-129D-4B02-AECC-E543B5DC1204}"/>
          </ac:spMkLst>
        </pc:spChg>
        <pc:graphicFrameChg chg="mod modGraphic">
          <ac:chgData name="Андрей" userId="763829e5-af6a-4026-a6c4-a965f34b6439" providerId="ADAL" clId="{FAC596DB-6141-4D5D-82ED-663F6C02BF55}" dt="2023-04-09T21:05:10.529" v="4747" actId="20577"/>
          <ac:graphicFrameMkLst>
            <pc:docMk/>
            <pc:sldMk cId="80660376" sldId="268"/>
            <ac:graphicFrameMk id="2" creationId="{8977D62D-B885-4B2A-BA9F-CF0D16E8B7F6}"/>
          </ac:graphicFrameMkLst>
        </pc:graphicFrameChg>
      </pc:sldChg>
      <pc:sldChg chg="addSp modSp add mod">
        <pc:chgData name="Андрей" userId="763829e5-af6a-4026-a6c4-a965f34b6439" providerId="ADAL" clId="{FAC596DB-6141-4D5D-82ED-663F6C02BF55}" dt="2023-04-09T21:06:35.932" v="4841" actId="403"/>
        <pc:sldMkLst>
          <pc:docMk/>
          <pc:sldMk cId="2697161960" sldId="269"/>
        </pc:sldMkLst>
        <pc:spChg chg="add mod">
          <ac:chgData name="Андрей" userId="763829e5-af6a-4026-a6c4-a965f34b6439" providerId="ADAL" clId="{FAC596DB-6141-4D5D-82ED-663F6C02BF55}" dt="2023-04-09T21:06:09.189" v="4838" actId="1076"/>
          <ac:spMkLst>
            <pc:docMk/>
            <pc:sldMk cId="2697161960" sldId="269"/>
            <ac:spMk id="5" creationId="{7931A0CA-B29D-4AB2-B2D9-B95DC4A376D4}"/>
          </ac:spMkLst>
        </pc:spChg>
        <pc:spChg chg="mod">
          <ac:chgData name="Андрей" userId="763829e5-af6a-4026-a6c4-a965f34b6439" providerId="ADAL" clId="{FAC596DB-6141-4D5D-82ED-663F6C02BF55}" dt="2023-04-09T21:05:04.889" v="4745" actId="20577"/>
          <ac:spMkLst>
            <pc:docMk/>
            <pc:sldMk cId="2697161960" sldId="269"/>
            <ac:spMk id="8" creationId="{346A205F-129D-4B02-AECC-E543B5DC1204}"/>
          </ac:spMkLst>
        </pc:spChg>
        <pc:graphicFrameChg chg="modGraphic">
          <ac:chgData name="Андрей" userId="763829e5-af6a-4026-a6c4-a965f34b6439" providerId="ADAL" clId="{FAC596DB-6141-4D5D-82ED-663F6C02BF55}" dt="2023-04-09T21:06:35.932" v="4841" actId="403"/>
          <ac:graphicFrameMkLst>
            <pc:docMk/>
            <pc:sldMk cId="2697161960" sldId="269"/>
            <ac:graphicFrameMk id="2" creationId="{8977D62D-B885-4B2A-BA9F-CF0D16E8B7F6}"/>
          </ac:graphicFrameMkLst>
        </pc:graphicFrameChg>
      </pc:sldChg>
      <pc:sldChg chg="addSp delSp modSp add mod ord">
        <pc:chgData name="Андрей" userId="763829e5-af6a-4026-a6c4-a965f34b6439" providerId="ADAL" clId="{FAC596DB-6141-4D5D-82ED-663F6C02BF55}" dt="2023-04-09T21:08:54.899" v="5020" actId="1076"/>
        <pc:sldMkLst>
          <pc:docMk/>
          <pc:sldMk cId="700974166" sldId="270"/>
        </pc:sldMkLst>
        <pc:spChg chg="add mod">
          <ac:chgData name="Андрей" userId="763829e5-af6a-4026-a6c4-a965f34b6439" providerId="ADAL" clId="{FAC596DB-6141-4D5D-82ED-663F6C02BF55}" dt="2023-04-09T21:08:54.899" v="5020" actId="1076"/>
          <ac:spMkLst>
            <pc:docMk/>
            <pc:sldMk cId="700974166" sldId="270"/>
            <ac:spMk id="5" creationId="{F37A9C58-92EF-4885-8D32-31B8A2E7A541}"/>
          </ac:spMkLst>
        </pc:spChg>
        <pc:spChg chg="mod">
          <ac:chgData name="Андрей" userId="763829e5-af6a-4026-a6c4-a965f34b6439" providerId="ADAL" clId="{FAC596DB-6141-4D5D-82ED-663F6C02BF55}" dt="2023-04-09T21:07:16.698" v="4865" actId="20577"/>
          <ac:spMkLst>
            <pc:docMk/>
            <pc:sldMk cId="700974166" sldId="270"/>
            <ac:spMk id="8" creationId="{346A205F-129D-4B02-AECC-E543B5DC1204}"/>
          </ac:spMkLst>
        </pc:spChg>
        <pc:graphicFrameChg chg="del">
          <ac:chgData name="Андрей" userId="763829e5-af6a-4026-a6c4-a965f34b6439" providerId="ADAL" clId="{FAC596DB-6141-4D5D-82ED-663F6C02BF55}" dt="2023-04-09T21:07:07.933" v="4845" actId="478"/>
          <ac:graphicFrameMkLst>
            <pc:docMk/>
            <pc:sldMk cId="700974166" sldId="270"/>
            <ac:graphicFrameMk id="2" creationId="{8977D62D-B885-4B2A-BA9F-CF0D16E8B7F6}"/>
          </ac:graphicFrameMkLst>
        </pc:graphicFrameChg>
      </pc:sldChg>
      <pc:sldChg chg="addSp delSp modSp add mod ord">
        <pc:chgData name="Андрей" userId="763829e5-af6a-4026-a6c4-a965f34b6439" providerId="ADAL" clId="{FAC596DB-6141-4D5D-82ED-663F6C02BF55}" dt="2023-04-09T21:28:07.948" v="6026" actId="20577"/>
        <pc:sldMkLst>
          <pc:docMk/>
          <pc:sldMk cId="1594673586" sldId="271"/>
        </pc:sldMkLst>
        <pc:spChg chg="add del mod">
          <ac:chgData name="Андрей" userId="763829e5-af6a-4026-a6c4-a965f34b6439" providerId="ADAL" clId="{FAC596DB-6141-4D5D-82ED-663F6C02BF55}" dt="2023-04-09T21:13:30.972" v="5387" actId="478"/>
          <ac:spMkLst>
            <pc:docMk/>
            <pc:sldMk cId="1594673586" sldId="271"/>
            <ac:spMk id="5" creationId="{45D027FC-2AB8-4D72-82F9-25D40EE2B179}"/>
          </ac:spMkLst>
        </pc:spChg>
        <pc:spChg chg="add del mod">
          <ac:chgData name="Андрей" userId="763829e5-af6a-4026-a6c4-a965f34b6439" providerId="ADAL" clId="{FAC596DB-6141-4D5D-82ED-663F6C02BF55}" dt="2023-04-09T21:13:30.972" v="5387" actId="478"/>
          <ac:spMkLst>
            <pc:docMk/>
            <pc:sldMk cId="1594673586" sldId="271"/>
            <ac:spMk id="6" creationId="{9750EB82-7B22-40D6-BF04-D9D41B8DD669}"/>
          </ac:spMkLst>
        </pc:spChg>
        <pc:spChg chg="mod">
          <ac:chgData name="Андрей" userId="763829e5-af6a-4026-a6c4-a965f34b6439" providerId="ADAL" clId="{FAC596DB-6141-4D5D-82ED-663F6C02BF55}" dt="2023-04-09T21:09:49.770" v="5058" actId="20577"/>
          <ac:spMkLst>
            <pc:docMk/>
            <pc:sldMk cId="1594673586" sldId="271"/>
            <ac:spMk id="8" creationId="{346A205F-129D-4B02-AECC-E543B5DC1204}"/>
          </ac:spMkLst>
        </pc:spChg>
        <pc:graphicFrameChg chg="mod modGraphic">
          <ac:chgData name="Андрей" userId="763829e5-af6a-4026-a6c4-a965f34b6439" providerId="ADAL" clId="{FAC596DB-6141-4D5D-82ED-663F6C02BF55}" dt="2023-04-09T21:28:07.948" v="6026" actId="20577"/>
          <ac:graphicFrameMkLst>
            <pc:docMk/>
            <pc:sldMk cId="1594673586" sldId="271"/>
            <ac:graphicFrameMk id="2" creationId="{8977D62D-B885-4B2A-BA9F-CF0D16E8B7F6}"/>
          </ac:graphicFrameMkLst>
        </pc:graphicFrameChg>
      </pc:sldChg>
      <pc:sldChg chg="delSp modSp add mod">
        <pc:chgData name="Андрей" userId="763829e5-af6a-4026-a6c4-a965f34b6439" providerId="ADAL" clId="{FAC596DB-6141-4D5D-82ED-663F6C02BF55}" dt="2023-04-09T21:16:20.528" v="5473" actId="1076"/>
        <pc:sldMkLst>
          <pc:docMk/>
          <pc:sldMk cId="4030052563" sldId="272"/>
        </pc:sldMkLst>
        <pc:spChg chg="mod">
          <ac:chgData name="Андрей" userId="763829e5-af6a-4026-a6c4-a965f34b6439" providerId="ADAL" clId="{FAC596DB-6141-4D5D-82ED-663F6C02BF55}" dt="2023-04-09T21:16:20.528" v="5473" actId="1076"/>
          <ac:spMkLst>
            <pc:docMk/>
            <pc:sldMk cId="4030052563" sldId="272"/>
            <ac:spMk id="5" creationId="{45D027FC-2AB8-4D72-82F9-25D40EE2B179}"/>
          </ac:spMkLst>
        </pc:spChg>
        <pc:spChg chg="mod">
          <ac:chgData name="Андрей" userId="763829e5-af6a-4026-a6c4-a965f34b6439" providerId="ADAL" clId="{FAC596DB-6141-4D5D-82ED-663F6C02BF55}" dt="2023-04-09T21:14:41.954" v="5426" actId="1076"/>
          <ac:spMkLst>
            <pc:docMk/>
            <pc:sldMk cId="4030052563" sldId="272"/>
            <ac:spMk id="6" creationId="{9750EB82-7B22-40D6-BF04-D9D41B8DD669}"/>
          </ac:spMkLst>
        </pc:spChg>
        <pc:graphicFrameChg chg="del">
          <ac:chgData name="Андрей" userId="763829e5-af6a-4026-a6c4-a965f34b6439" providerId="ADAL" clId="{FAC596DB-6141-4D5D-82ED-663F6C02BF55}" dt="2023-04-09T21:13:39.390" v="5408" actId="478"/>
          <ac:graphicFrameMkLst>
            <pc:docMk/>
            <pc:sldMk cId="4030052563" sldId="272"/>
            <ac:graphicFrameMk id="2" creationId="{8977D62D-B885-4B2A-BA9F-CF0D16E8B7F6}"/>
          </ac:graphicFrameMkLst>
        </pc:graphicFrameChg>
      </pc:sldChg>
      <pc:sldChg chg="addSp modSp add mod">
        <pc:chgData name="Андрей" userId="763829e5-af6a-4026-a6c4-a965f34b6439" providerId="ADAL" clId="{FAC596DB-6141-4D5D-82ED-663F6C02BF55}" dt="2023-04-09T21:53:10.698" v="7090" actId="6549"/>
        <pc:sldMkLst>
          <pc:docMk/>
          <pc:sldMk cId="2551147020" sldId="273"/>
        </pc:sldMkLst>
        <pc:spChg chg="mod">
          <ac:chgData name="Андрей" userId="763829e5-af6a-4026-a6c4-a965f34b6439" providerId="ADAL" clId="{FAC596DB-6141-4D5D-82ED-663F6C02BF55}" dt="2023-04-09T21:53:10.698" v="7090" actId="6549"/>
          <ac:spMkLst>
            <pc:docMk/>
            <pc:sldMk cId="2551147020" sldId="273"/>
            <ac:spMk id="5" creationId="{45D027FC-2AB8-4D72-82F9-25D40EE2B179}"/>
          </ac:spMkLst>
        </pc:spChg>
        <pc:spChg chg="mod">
          <ac:chgData name="Андрей" userId="763829e5-af6a-4026-a6c4-a965f34b6439" providerId="ADAL" clId="{FAC596DB-6141-4D5D-82ED-663F6C02BF55}" dt="2023-04-09T21:17:19.898" v="5525" actId="1076"/>
          <ac:spMkLst>
            <pc:docMk/>
            <pc:sldMk cId="2551147020" sldId="273"/>
            <ac:spMk id="6" creationId="{9750EB82-7B22-40D6-BF04-D9D41B8DD669}"/>
          </ac:spMkLst>
        </pc:spChg>
        <pc:spChg chg="add mod">
          <ac:chgData name="Андрей" userId="763829e5-af6a-4026-a6c4-a965f34b6439" providerId="ADAL" clId="{FAC596DB-6141-4D5D-82ED-663F6C02BF55}" dt="2023-04-09T21:17:56.579" v="5593" actId="14100"/>
          <ac:spMkLst>
            <pc:docMk/>
            <pc:sldMk cId="2551147020" sldId="273"/>
            <ac:spMk id="7" creationId="{E3A7E884-747E-4687-A35E-D58F24CD84F3}"/>
          </ac:spMkLst>
        </pc:spChg>
        <pc:spChg chg="add mod">
          <ac:chgData name="Андрей" userId="763829e5-af6a-4026-a6c4-a965f34b6439" providerId="ADAL" clId="{FAC596DB-6141-4D5D-82ED-663F6C02BF55}" dt="2023-04-09T21:17:32.569" v="5538" actId="14100"/>
          <ac:spMkLst>
            <pc:docMk/>
            <pc:sldMk cId="2551147020" sldId="273"/>
            <ac:spMk id="9" creationId="{8624A8A2-2535-4B6D-BB8E-99E6E316AB31}"/>
          </ac:spMkLst>
        </pc:spChg>
        <pc:spChg chg="add mod">
          <ac:chgData name="Андрей" userId="763829e5-af6a-4026-a6c4-a965f34b6439" providerId="ADAL" clId="{FAC596DB-6141-4D5D-82ED-663F6C02BF55}" dt="2023-04-09T21:19:24.018" v="5742" actId="115"/>
          <ac:spMkLst>
            <pc:docMk/>
            <pc:sldMk cId="2551147020" sldId="273"/>
            <ac:spMk id="10" creationId="{7096936E-CFF6-48EB-BF4C-CFBF4990F209}"/>
          </ac:spMkLst>
        </pc:spChg>
      </pc:sldChg>
      <pc:sldChg chg="modSp add mod ord">
        <pc:chgData name="Андрей" userId="763829e5-af6a-4026-a6c4-a965f34b6439" providerId="ADAL" clId="{FAC596DB-6141-4D5D-82ED-663F6C02BF55}" dt="2023-04-09T21:53:45.336" v="7119" actId="20577"/>
        <pc:sldMkLst>
          <pc:docMk/>
          <pc:sldMk cId="1132467174" sldId="274"/>
        </pc:sldMkLst>
        <pc:spChg chg="mod">
          <ac:chgData name="Андрей" userId="763829e5-af6a-4026-a6c4-a965f34b6439" providerId="ADAL" clId="{FAC596DB-6141-4D5D-82ED-663F6C02BF55}" dt="2023-04-09T21:20:08.131" v="5776" actId="20577"/>
          <ac:spMkLst>
            <pc:docMk/>
            <pc:sldMk cId="1132467174" sldId="274"/>
            <ac:spMk id="8" creationId="{346A205F-129D-4B02-AECC-E543B5DC1204}"/>
          </ac:spMkLst>
        </pc:spChg>
        <pc:graphicFrameChg chg="mod modGraphic">
          <ac:chgData name="Андрей" userId="763829e5-af6a-4026-a6c4-a965f34b6439" providerId="ADAL" clId="{FAC596DB-6141-4D5D-82ED-663F6C02BF55}" dt="2023-04-09T21:53:45.336" v="7119" actId="20577"/>
          <ac:graphicFrameMkLst>
            <pc:docMk/>
            <pc:sldMk cId="1132467174" sldId="274"/>
            <ac:graphicFrameMk id="2" creationId="{8977D62D-B885-4B2A-BA9F-CF0D16E8B7F6}"/>
          </ac:graphicFrameMkLst>
        </pc:graphicFrameChg>
      </pc:sldChg>
      <pc:sldChg chg="modSp add mod ord">
        <pc:chgData name="Андрей" userId="763829e5-af6a-4026-a6c4-a965f34b6439" providerId="ADAL" clId="{FAC596DB-6141-4D5D-82ED-663F6C02BF55}" dt="2023-04-09T21:46:09.879" v="6514" actId="1035"/>
        <pc:sldMkLst>
          <pc:docMk/>
          <pc:sldMk cId="1511780582" sldId="275"/>
        </pc:sldMkLst>
        <pc:spChg chg="mod">
          <ac:chgData name="Андрей" userId="763829e5-af6a-4026-a6c4-a965f34b6439" providerId="ADAL" clId="{FAC596DB-6141-4D5D-82ED-663F6C02BF55}" dt="2023-04-09T21:27:26.967" v="5998" actId="20577"/>
          <ac:spMkLst>
            <pc:docMk/>
            <pc:sldMk cId="1511780582" sldId="275"/>
            <ac:spMk id="8" creationId="{346A205F-129D-4B02-AECC-E543B5DC1204}"/>
          </ac:spMkLst>
        </pc:spChg>
        <pc:graphicFrameChg chg="mod modGraphic">
          <ac:chgData name="Андрей" userId="763829e5-af6a-4026-a6c4-a965f34b6439" providerId="ADAL" clId="{FAC596DB-6141-4D5D-82ED-663F6C02BF55}" dt="2023-04-09T21:46:09.879" v="6514" actId="1035"/>
          <ac:graphicFrameMkLst>
            <pc:docMk/>
            <pc:sldMk cId="1511780582" sldId="275"/>
            <ac:graphicFrameMk id="2" creationId="{8977D62D-B885-4B2A-BA9F-CF0D16E8B7F6}"/>
          </ac:graphicFrameMkLst>
        </pc:graphicFrameChg>
      </pc:sldChg>
      <pc:sldChg chg="modSp add mod ord">
        <pc:chgData name="Андрей" userId="763829e5-af6a-4026-a6c4-a965f34b6439" providerId="ADAL" clId="{FAC596DB-6141-4D5D-82ED-663F6C02BF55}" dt="2023-04-09T21:52:05.805" v="7086" actId="14100"/>
        <pc:sldMkLst>
          <pc:docMk/>
          <pc:sldMk cId="44186098" sldId="276"/>
        </pc:sldMkLst>
        <pc:spChg chg="mod">
          <ac:chgData name="Андрей" userId="763829e5-af6a-4026-a6c4-a965f34b6439" providerId="ADAL" clId="{FAC596DB-6141-4D5D-82ED-663F6C02BF55}" dt="2023-04-09T21:47:42.852" v="6577" actId="20577"/>
          <ac:spMkLst>
            <pc:docMk/>
            <pc:sldMk cId="44186098" sldId="276"/>
            <ac:spMk id="8" creationId="{346A205F-129D-4B02-AECC-E543B5DC1204}"/>
          </ac:spMkLst>
        </pc:spChg>
        <pc:graphicFrameChg chg="mod modGraphic">
          <ac:chgData name="Андрей" userId="763829e5-af6a-4026-a6c4-a965f34b6439" providerId="ADAL" clId="{FAC596DB-6141-4D5D-82ED-663F6C02BF55}" dt="2023-04-09T21:52:05.805" v="7086" actId="14100"/>
          <ac:graphicFrameMkLst>
            <pc:docMk/>
            <pc:sldMk cId="44186098" sldId="276"/>
            <ac:graphicFrameMk id="2" creationId="{8977D62D-B885-4B2A-BA9F-CF0D16E8B7F6}"/>
          </ac:graphicFrameMkLst>
        </pc:graphicFrameChg>
      </pc:sldChg>
      <pc:sldChg chg="addSp modSp add mod">
        <pc:chgData name="Андрей" userId="763829e5-af6a-4026-a6c4-a965f34b6439" providerId="ADAL" clId="{FAC596DB-6141-4D5D-82ED-663F6C02BF55}" dt="2023-04-09T21:59:55.021" v="7811" actId="20577"/>
        <pc:sldMkLst>
          <pc:docMk/>
          <pc:sldMk cId="1075066586" sldId="277"/>
        </pc:sldMkLst>
        <pc:spChg chg="mod">
          <ac:chgData name="Андрей" userId="763829e5-af6a-4026-a6c4-a965f34b6439" providerId="ADAL" clId="{FAC596DB-6141-4D5D-82ED-663F6C02BF55}" dt="2023-04-09T21:54:44.487" v="7183" actId="20577"/>
          <ac:spMkLst>
            <pc:docMk/>
            <pc:sldMk cId="1075066586" sldId="277"/>
            <ac:spMk id="8" creationId="{346A205F-129D-4B02-AECC-E543B5DC1204}"/>
          </ac:spMkLst>
        </pc:spChg>
        <pc:graphicFrameChg chg="mod modGraphic">
          <ac:chgData name="Андрей" userId="763829e5-af6a-4026-a6c4-a965f34b6439" providerId="ADAL" clId="{FAC596DB-6141-4D5D-82ED-663F6C02BF55}" dt="2023-04-09T21:56:11.052" v="7288" actId="207"/>
          <ac:graphicFrameMkLst>
            <pc:docMk/>
            <pc:sldMk cId="1075066586" sldId="277"/>
            <ac:graphicFrameMk id="2" creationId="{8977D62D-B885-4B2A-BA9F-CF0D16E8B7F6}"/>
          </ac:graphicFrameMkLst>
        </pc:graphicFrameChg>
        <pc:graphicFrameChg chg="add mod modGraphic">
          <ac:chgData name="Андрей" userId="763829e5-af6a-4026-a6c4-a965f34b6439" providerId="ADAL" clId="{FAC596DB-6141-4D5D-82ED-663F6C02BF55}" dt="2023-04-09T21:59:55.021" v="7811" actId="20577"/>
          <ac:graphicFrameMkLst>
            <pc:docMk/>
            <pc:sldMk cId="1075066586" sldId="277"/>
            <ac:graphicFrameMk id="5" creationId="{7209CA0E-4E25-4887-A84F-6139E9777108}"/>
          </ac:graphicFrameMkLst>
        </pc:graphicFrameChg>
      </pc:sldChg>
      <pc:sldChg chg="addSp delSp modSp add mod">
        <pc:chgData name="Андрей" userId="763829e5-af6a-4026-a6c4-a965f34b6439" providerId="ADAL" clId="{FAC596DB-6141-4D5D-82ED-663F6C02BF55}" dt="2023-04-10T05:20:35.939" v="10529" actId="6549"/>
        <pc:sldMkLst>
          <pc:docMk/>
          <pc:sldMk cId="1943582431" sldId="278"/>
        </pc:sldMkLst>
        <pc:spChg chg="mod">
          <ac:chgData name="Андрей" userId="763829e5-af6a-4026-a6c4-a965f34b6439" providerId="ADAL" clId="{FAC596DB-6141-4D5D-82ED-663F6C02BF55}" dt="2023-04-09T22:01:23.954" v="7848" actId="20577"/>
          <ac:spMkLst>
            <pc:docMk/>
            <pc:sldMk cId="1943582431" sldId="278"/>
            <ac:spMk id="6" creationId="{E98FBFFE-EB64-4C2E-B5F8-01F73CF63DCE}"/>
          </ac:spMkLst>
        </pc:spChg>
        <pc:spChg chg="add mod">
          <ac:chgData name="Андрей" userId="763829e5-af6a-4026-a6c4-a965f34b6439" providerId="ADAL" clId="{FAC596DB-6141-4D5D-82ED-663F6C02BF55}" dt="2023-04-10T04:56:29.225" v="9150" actId="1076"/>
          <ac:spMkLst>
            <pc:docMk/>
            <pc:sldMk cId="1943582431" sldId="278"/>
            <ac:spMk id="7" creationId="{07153506-F0C9-40F7-B4D5-C6F61F97A707}"/>
          </ac:spMkLst>
        </pc:spChg>
        <pc:spChg chg="add mod">
          <ac:chgData name="Андрей" userId="763829e5-af6a-4026-a6c4-a965f34b6439" providerId="ADAL" clId="{FAC596DB-6141-4D5D-82ED-663F6C02BF55}" dt="2023-04-10T05:17:30.278" v="10327" actId="20577"/>
          <ac:spMkLst>
            <pc:docMk/>
            <pc:sldMk cId="1943582431" sldId="278"/>
            <ac:spMk id="8" creationId="{C7E35D52-D30C-46EC-BE7E-B77FFAB98272}"/>
          </ac:spMkLst>
        </pc:spChg>
        <pc:spChg chg="add del mod">
          <ac:chgData name="Андрей" userId="763829e5-af6a-4026-a6c4-a965f34b6439" providerId="ADAL" clId="{FAC596DB-6141-4D5D-82ED-663F6C02BF55}" dt="2023-04-10T05:19:38.385" v="10513"/>
          <ac:spMkLst>
            <pc:docMk/>
            <pc:sldMk cId="1943582431" sldId="278"/>
            <ac:spMk id="9" creationId="{AA9899B5-22A3-4F7F-8BCC-7E4080FE6993}"/>
          </ac:spMkLst>
        </pc:spChg>
        <pc:graphicFrameChg chg="add mod modGraphic">
          <ac:chgData name="Андрей" userId="763829e5-af6a-4026-a6c4-a965f34b6439" providerId="ADAL" clId="{FAC596DB-6141-4D5D-82ED-663F6C02BF55}" dt="2023-04-10T05:20:35.939" v="10529" actId="6549"/>
          <ac:graphicFrameMkLst>
            <pc:docMk/>
            <pc:sldMk cId="1943582431" sldId="278"/>
            <ac:graphicFrameMk id="4" creationId="{52D1FCD1-514B-411A-BFB1-FAE793A68F5C}"/>
          </ac:graphicFrameMkLst>
        </pc:graphicFrameChg>
      </pc:sldChg>
      <pc:sldChg chg="modSp add mod">
        <pc:chgData name="Андрей" userId="763829e5-af6a-4026-a6c4-a965f34b6439" providerId="ADAL" clId="{FAC596DB-6141-4D5D-82ED-663F6C02BF55}" dt="2023-04-10T05:02:40.124" v="9325" actId="20577"/>
        <pc:sldMkLst>
          <pc:docMk/>
          <pc:sldMk cId="3118146100" sldId="279"/>
        </pc:sldMkLst>
        <pc:spChg chg="mod">
          <ac:chgData name="Андрей" userId="763829e5-af6a-4026-a6c4-a965f34b6439" providerId="ADAL" clId="{FAC596DB-6141-4D5D-82ED-663F6C02BF55}" dt="2023-04-10T05:02:40.124" v="9325" actId="20577"/>
          <ac:spMkLst>
            <pc:docMk/>
            <pc:sldMk cId="3118146100" sldId="279"/>
            <ac:spMk id="8" creationId="{346A205F-129D-4B02-AECC-E543B5DC1204}"/>
          </ac:spMkLst>
        </pc:spChg>
        <pc:graphicFrameChg chg="mod modGraphic">
          <ac:chgData name="Андрей" userId="763829e5-af6a-4026-a6c4-a965f34b6439" providerId="ADAL" clId="{FAC596DB-6141-4D5D-82ED-663F6C02BF55}" dt="2023-04-10T05:02:23.704" v="9322" actId="20577"/>
          <ac:graphicFrameMkLst>
            <pc:docMk/>
            <pc:sldMk cId="3118146100" sldId="279"/>
            <ac:graphicFrameMk id="2" creationId="{8977D62D-B885-4B2A-BA9F-CF0D16E8B7F6}"/>
          </ac:graphicFrameMkLst>
        </pc:graphicFrameChg>
      </pc:sldChg>
      <pc:sldChg chg="modSp add mod">
        <pc:chgData name="Андрей" userId="763829e5-af6a-4026-a6c4-a965f34b6439" providerId="ADAL" clId="{FAC596DB-6141-4D5D-82ED-663F6C02BF55}" dt="2023-04-10T05:10:42.222" v="9930" actId="1035"/>
        <pc:sldMkLst>
          <pc:docMk/>
          <pc:sldMk cId="3995606425" sldId="280"/>
        </pc:sldMkLst>
        <pc:spChg chg="mod">
          <ac:chgData name="Андрей" userId="763829e5-af6a-4026-a6c4-a965f34b6439" providerId="ADAL" clId="{FAC596DB-6141-4D5D-82ED-663F6C02BF55}" dt="2023-04-10T05:03:56.149" v="9385" actId="20577"/>
          <ac:spMkLst>
            <pc:docMk/>
            <pc:sldMk cId="3995606425" sldId="280"/>
            <ac:spMk id="8" creationId="{346A205F-129D-4B02-AECC-E543B5DC1204}"/>
          </ac:spMkLst>
        </pc:spChg>
        <pc:graphicFrameChg chg="mod modGraphic">
          <ac:chgData name="Андрей" userId="763829e5-af6a-4026-a6c4-a965f34b6439" providerId="ADAL" clId="{FAC596DB-6141-4D5D-82ED-663F6C02BF55}" dt="2023-04-10T05:10:42.222" v="9930" actId="1035"/>
          <ac:graphicFrameMkLst>
            <pc:docMk/>
            <pc:sldMk cId="3995606425" sldId="280"/>
            <ac:graphicFrameMk id="2" creationId="{8977D62D-B885-4B2A-BA9F-CF0D16E8B7F6}"/>
          </ac:graphicFrameMkLst>
        </pc:graphicFrameChg>
      </pc:sldChg>
      <pc:sldChg chg="addSp modSp add mod">
        <pc:chgData name="Андрей" userId="763829e5-af6a-4026-a6c4-a965f34b6439" providerId="ADAL" clId="{FAC596DB-6141-4D5D-82ED-663F6C02BF55}" dt="2023-04-10T05:16:05.980" v="10201" actId="11"/>
        <pc:sldMkLst>
          <pc:docMk/>
          <pc:sldMk cId="3412725365" sldId="281"/>
        </pc:sldMkLst>
        <pc:spChg chg="add mod">
          <ac:chgData name="Андрей" userId="763829e5-af6a-4026-a6c4-a965f34b6439" providerId="ADAL" clId="{FAC596DB-6141-4D5D-82ED-663F6C02BF55}" dt="2023-04-10T05:12:03.403" v="9996" actId="1076"/>
          <ac:spMkLst>
            <pc:docMk/>
            <pc:sldMk cId="3412725365" sldId="281"/>
            <ac:spMk id="5" creationId="{25E356F2-166E-4428-A1C2-7651AB04111E}"/>
          </ac:spMkLst>
        </pc:spChg>
        <pc:spChg chg="mod">
          <ac:chgData name="Андрей" userId="763829e5-af6a-4026-a6c4-a965f34b6439" providerId="ADAL" clId="{FAC596DB-6141-4D5D-82ED-663F6C02BF55}" dt="2023-04-10T05:11:54.464" v="9995" actId="20577"/>
          <ac:spMkLst>
            <pc:docMk/>
            <pc:sldMk cId="3412725365" sldId="281"/>
            <ac:spMk id="8" creationId="{346A205F-129D-4B02-AECC-E543B5DC1204}"/>
          </ac:spMkLst>
        </pc:spChg>
        <pc:graphicFrameChg chg="mod modGraphic">
          <ac:chgData name="Андрей" userId="763829e5-af6a-4026-a6c4-a965f34b6439" providerId="ADAL" clId="{FAC596DB-6141-4D5D-82ED-663F6C02BF55}" dt="2023-04-10T05:16:05.980" v="10201" actId="11"/>
          <ac:graphicFrameMkLst>
            <pc:docMk/>
            <pc:sldMk cId="3412725365" sldId="281"/>
            <ac:graphicFrameMk id="2" creationId="{8977D62D-B885-4B2A-BA9F-CF0D16E8B7F6}"/>
          </ac:graphicFrameMkLst>
        </pc:graphicFrameChg>
      </pc:sldChg>
      <pc:sldChg chg="addSp modSp add mod ord">
        <pc:chgData name="Андрей" userId="763829e5-af6a-4026-a6c4-a965f34b6439" providerId="ADAL" clId="{FAC596DB-6141-4D5D-82ED-663F6C02BF55}" dt="2023-04-10T05:17:13.733" v="10294"/>
        <pc:sldMkLst>
          <pc:docMk/>
          <pc:sldMk cId="4241459089" sldId="282"/>
        </pc:sldMkLst>
        <pc:spChg chg="add mod">
          <ac:chgData name="Андрей" userId="763829e5-af6a-4026-a6c4-a965f34b6439" providerId="ADAL" clId="{FAC596DB-6141-4D5D-82ED-663F6C02BF55}" dt="2023-04-10T05:17:07.868" v="10292" actId="404"/>
          <ac:spMkLst>
            <pc:docMk/>
            <pc:sldMk cId="4241459089" sldId="282"/>
            <ac:spMk id="8" creationId="{03BBF5B7-B0D5-4E92-9E51-A528B21D4878}"/>
          </ac:spMkLst>
        </pc:spChg>
        <pc:graphicFrameChg chg="mod modGraphic">
          <ac:chgData name="Андрей" userId="763829e5-af6a-4026-a6c4-a965f34b6439" providerId="ADAL" clId="{FAC596DB-6141-4D5D-82ED-663F6C02BF55}" dt="2023-04-10T05:16:49.030" v="10251" actId="1035"/>
          <ac:graphicFrameMkLst>
            <pc:docMk/>
            <pc:sldMk cId="4241459089" sldId="282"/>
            <ac:graphicFrameMk id="4" creationId="{52D1FCD1-514B-411A-BFB1-FAE793A68F5C}"/>
          </ac:graphicFrameMkLst>
        </pc:graphicFrameChg>
      </pc:sldChg>
      <pc:sldChg chg="addSp delSp modSp add mod">
        <pc:chgData name="Андрей" userId="763829e5-af6a-4026-a6c4-a965f34b6439" providerId="ADAL" clId="{FAC596DB-6141-4D5D-82ED-663F6C02BF55}" dt="2023-04-10T05:30:21.695" v="11064" actId="1076"/>
        <pc:sldMkLst>
          <pc:docMk/>
          <pc:sldMk cId="2387644523" sldId="283"/>
        </pc:sldMkLst>
        <pc:spChg chg="del">
          <ac:chgData name="Андрей" userId="763829e5-af6a-4026-a6c4-a965f34b6439" providerId="ADAL" clId="{FAC596DB-6141-4D5D-82ED-663F6C02BF55}" dt="2023-04-10T05:21:30.929" v="10549" actId="478"/>
          <ac:spMkLst>
            <pc:docMk/>
            <pc:sldMk cId="2387644523" sldId="283"/>
            <ac:spMk id="5" creationId="{25E356F2-166E-4428-A1C2-7651AB04111E}"/>
          </ac:spMkLst>
        </pc:spChg>
        <pc:spChg chg="mod">
          <ac:chgData name="Андрей" userId="763829e5-af6a-4026-a6c4-a965f34b6439" providerId="ADAL" clId="{FAC596DB-6141-4D5D-82ED-663F6C02BF55}" dt="2023-04-10T05:21:28.575" v="10548" actId="20577"/>
          <ac:spMkLst>
            <pc:docMk/>
            <pc:sldMk cId="2387644523" sldId="283"/>
            <ac:spMk id="8" creationId="{346A205F-129D-4B02-AECC-E543B5DC1204}"/>
          </ac:spMkLst>
        </pc:spChg>
        <pc:graphicFrameChg chg="mod modGraphic">
          <ac:chgData name="Андрей" userId="763829e5-af6a-4026-a6c4-a965f34b6439" providerId="ADAL" clId="{FAC596DB-6141-4D5D-82ED-663F6C02BF55}" dt="2023-04-10T05:30:13.065" v="11062" actId="1035"/>
          <ac:graphicFrameMkLst>
            <pc:docMk/>
            <pc:sldMk cId="2387644523" sldId="283"/>
            <ac:graphicFrameMk id="2" creationId="{8977D62D-B885-4B2A-BA9F-CF0D16E8B7F6}"/>
          </ac:graphicFrameMkLst>
        </pc:graphicFrameChg>
        <pc:picChg chg="add mod">
          <ac:chgData name="Андрей" userId="763829e5-af6a-4026-a6c4-a965f34b6439" providerId="ADAL" clId="{FAC596DB-6141-4D5D-82ED-663F6C02BF55}" dt="2023-04-10T05:30:21.695" v="11064" actId="1076"/>
          <ac:picMkLst>
            <pc:docMk/>
            <pc:sldMk cId="2387644523" sldId="283"/>
            <ac:picMk id="4" creationId="{040555B4-33CB-4741-94DB-1CB7A5988C5E}"/>
          </ac:picMkLst>
        </pc:picChg>
      </pc:sldChg>
      <pc:sldMasterChg chg="addSldLayout">
        <pc:chgData name="Андрей" userId="763829e5-af6a-4026-a6c4-a965f34b6439" providerId="ADAL" clId="{FAC596DB-6141-4D5D-82ED-663F6C02BF55}" dt="2023-04-09T18:05:02.972" v="0" actId="680"/>
        <pc:sldMasterMkLst>
          <pc:docMk/>
          <pc:sldMasterMk cId="3053305975" sldId="2147483648"/>
        </pc:sldMasterMkLst>
        <pc:sldLayoutChg chg="add">
          <pc:chgData name="Андрей" userId="763829e5-af6a-4026-a6c4-a965f34b6439" providerId="ADAL" clId="{FAC596DB-6141-4D5D-82ED-663F6C02BF55}" dt="2023-04-09T18:05:02.972" v="0" actId="680"/>
          <pc:sldLayoutMkLst>
            <pc:docMk/>
            <pc:sldMasterMk cId="3053305975" sldId="2147483648"/>
            <pc:sldLayoutMk cId="3202210433" sldId="2147483649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9B89DB-3DE8-4D93-8C3F-76CAC5666225}" type="doc">
      <dgm:prSet loTypeId="urn:microsoft.com/office/officeart/2009/3/layout/StepUpProcess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46B380C-757A-48FF-864C-BB9B68527C6F}">
      <dgm:prSet phldrT="[Текст]"/>
      <dgm:spPr/>
      <dgm:t>
        <a:bodyPr/>
        <a:lstStyle/>
        <a:p>
          <a:r>
            <a:rPr lang="en-US" dirty="0" err="1">
              <a:solidFill>
                <a:schemeClr val="bg1"/>
              </a:solidFill>
              <a:latin typeface="Book Antiqua" panose="02040602050305030304" pitchFamily="18" charset="0"/>
            </a:rPr>
            <a:t>GTparam</a:t>
          </a:r>
          <a:endParaRPr lang="ru-RU" dirty="0">
            <a:solidFill>
              <a:schemeClr val="bg1"/>
            </a:solidFill>
            <a:latin typeface="Book Antiqua" panose="02040602050305030304" pitchFamily="18" charset="0"/>
          </a:endParaRPr>
        </a:p>
      </dgm:t>
    </dgm:pt>
    <dgm:pt modelId="{2D538392-57F5-4332-A7A9-FF45BC3AF634}" type="parTrans" cxnId="{9664B4C3-AA69-4F92-8429-02C177F8499F}">
      <dgm:prSet/>
      <dgm:spPr/>
      <dgm:t>
        <a:bodyPr/>
        <a:lstStyle/>
        <a:p>
          <a:endParaRPr lang="ru-RU">
            <a:solidFill>
              <a:schemeClr val="bg1"/>
            </a:solidFill>
            <a:latin typeface="Book Antiqua" panose="02040602050305030304" pitchFamily="18" charset="0"/>
          </a:endParaRPr>
        </a:p>
      </dgm:t>
    </dgm:pt>
    <dgm:pt modelId="{6331D15F-2F6C-414D-AA2C-D36EC47186E2}" type="sibTrans" cxnId="{9664B4C3-AA69-4F92-8429-02C177F8499F}">
      <dgm:prSet/>
      <dgm:spPr/>
      <dgm:t>
        <a:bodyPr/>
        <a:lstStyle/>
        <a:p>
          <a:endParaRPr lang="ru-RU">
            <a:solidFill>
              <a:schemeClr val="bg1"/>
            </a:solidFill>
            <a:latin typeface="Book Antiqua" panose="02040602050305030304" pitchFamily="18" charset="0"/>
          </a:endParaRPr>
        </a:p>
      </dgm:t>
    </dgm:pt>
    <dgm:pt modelId="{6930843B-CB7F-4A79-BE35-2BF436AC7301}">
      <dgm:prSet phldrT="[Текст]"/>
      <dgm:spPr/>
      <dgm:t>
        <a:bodyPr/>
        <a:lstStyle/>
        <a:p>
          <a:r>
            <a:rPr lang="ru-RU" dirty="0">
              <a:solidFill>
                <a:schemeClr val="bg1"/>
              </a:solidFill>
              <a:latin typeface="+mn-lt"/>
            </a:rPr>
            <a:t>Структура, содержащая набор входных параметров и вычисленных сопутствующих величин</a:t>
          </a:r>
        </a:p>
      </dgm:t>
    </dgm:pt>
    <dgm:pt modelId="{F6B7CAD3-9905-4E36-B373-437174E4A771}" type="parTrans" cxnId="{69F0840F-0342-4111-AE2D-5AB7B67D57C7}">
      <dgm:prSet/>
      <dgm:spPr/>
      <dgm:t>
        <a:bodyPr/>
        <a:lstStyle/>
        <a:p>
          <a:endParaRPr lang="ru-RU">
            <a:solidFill>
              <a:schemeClr val="bg1"/>
            </a:solidFill>
            <a:latin typeface="Book Antiqua" panose="02040602050305030304" pitchFamily="18" charset="0"/>
          </a:endParaRPr>
        </a:p>
      </dgm:t>
    </dgm:pt>
    <dgm:pt modelId="{158EA6AC-D008-4743-9E72-FE456E6B896B}" type="sibTrans" cxnId="{69F0840F-0342-4111-AE2D-5AB7B67D57C7}">
      <dgm:prSet/>
      <dgm:spPr/>
      <dgm:t>
        <a:bodyPr/>
        <a:lstStyle/>
        <a:p>
          <a:endParaRPr lang="ru-RU">
            <a:solidFill>
              <a:schemeClr val="bg1"/>
            </a:solidFill>
            <a:latin typeface="Book Antiqua" panose="02040602050305030304" pitchFamily="18" charset="0"/>
          </a:endParaRPr>
        </a:p>
      </dgm:t>
    </dgm:pt>
    <dgm:pt modelId="{98C93C7A-9911-4ADD-B082-605B49FC6BB7}">
      <dgm:prSet phldrT="[Текст]"/>
      <dgm:spPr/>
      <dgm:t>
        <a:bodyPr/>
        <a:lstStyle/>
        <a:p>
          <a:r>
            <a:rPr lang="en-US">
              <a:solidFill>
                <a:schemeClr val="bg1"/>
              </a:solidFill>
              <a:latin typeface="Book Antiqua" panose="02040602050305030304" pitchFamily="18" charset="0"/>
            </a:rPr>
            <a:t>GTparticle</a:t>
          </a:r>
          <a:endParaRPr lang="ru-RU" dirty="0">
            <a:solidFill>
              <a:schemeClr val="bg1"/>
            </a:solidFill>
            <a:latin typeface="Book Antiqua" panose="02040602050305030304" pitchFamily="18" charset="0"/>
          </a:endParaRPr>
        </a:p>
      </dgm:t>
    </dgm:pt>
    <dgm:pt modelId="{83949FA6-FC09-42E3-AAD3-7838A5CED4D8}" type="parTrans" cxnId="{541F5808-31EA-4086-A84F-691FB4E9A6F4}">
      <dgm:prSet/>
      <dgm:spPr/>
      <dgm:t>
        <a:bodyPr/>
        <a:lstStyle/>
        <a:p>
          <a:endParaRPr lang="ru-RU">
            <a:solidFill>
              <a:schemeClr val="bg1"/>
            </a:solidFill>
            <a:latin typeface="Book Antiqua" panose="02040602050305030304" pitchFamily="18" charset="0"/>
          </a:endParaRPr>
        </a:p>
      </dgm:t>
    </dgm:pt>
    <dgm:pt modelId="{A9F094E8-610A-4076-B9FC-FF3AEA663818}" type="sibTrans" cxnId="{541F5808-31EA-4086-A84F-691FB4E9A6F4}">
      <dgm:prSet/>
      <dgm:spPr/>
      <dgm:t>
        <a:bodyPr/>
        <a:lstStyle/>
        <a:p>
          <a:endParaRPr lang="ru-RU">
            <a:solidFill>
              <a:schemeClr val="bg1"/>
            </a:solidFill>
            <a:latin typeface="Book Antiqua" panose="02040602050305030304" pitchFamily="18" charset="0"/>
          </a:endParaRPr>
        </a:p>
      </dgm:t>
    </dgm:pt>
    <dgm:pt modelId="{7B4BCDA5-C580-4064-86C5-4B5E173B8127}">
      <dgm:prSet phldrT="[Текст]"/>
      <dgm:spPr/>
      <dgm:t>
        <a:bodyPr/>
        <a:lstStyle/>
        <a:p>
          <a:r>
            <a:rPr lang="ru-RU" dirty="0">
              <a:solidFill>
                <a:schemeClr val="bg1"/>
              </a:solidFill>
              <a:latin typeface="+mn-lt"/>
            </a:rPr>
            <a:t>Структура, содержащая информацию о частицах, которые будут промоделированы</a:t>
          </a:r>
        </a:p>
      </dgm:t>
    </dgm:pt>
    <dgm:pt modelId="{75090017-086B-422E-9C43-81865871478F}" type="parTrans" cxnId="{57B1E9B9-679E-495A-8765-E79FEA0CC54E}">
      <dgm:prSet/>
      <dgm:spPr/>
      <dgm:t>
        <a:bodyPr/>
        <a:lstStyle/>
        <a:p>
          <a:endParaRPr lang="ru-RU">
            <a:solidFill>
              <a:schemeClr val="bg1"/>
            </a:solidFill>
            <a:latin typeface="Book Antiqua" panose="02040602050305030304" pitchFamily="18" charset="0"/>
          </a:endParaRPr>
        </a:p>
      </dgm:t>
    </dgm:pt>
    <dgm:pt modelId="{BEE85B7D-A8D7-47BF-947D-3BBDE237E702}" type="sibTrans" cxnId="{57B1E9B9-679E-495A-8765-E79FEA0CC54E}">
      <dgm:prSet/>
      <dgm:spPr/>
      <dgm:t>
        <a:bodyPr/>
        <a:lstStyle/>
        <a:p>
          <a:endParaRPr lang="ru-RU">
            <a:solidFill>
              <a:schemeClr val="bg1"/>
            </a:solidFill>
            <a:latin typeface="Book Antiqua" panose="02040602050305030304" pitchFamily="18" charset="0"/>
          </a:endParaRPr>
        </a:p>
      </dgm:t>
    </dgm:pt>
    <dgm:pt modelId="{AAF223F6-B8DB-4B47-8C33-8F7D877A8470}">
      <dgm:prSet phldrT="[Текст]"/>
      <dgm:spPr/>
      <dgm:t>
        <a:bodyPr/>
        <a:lstStyle/>
        <a:p>
          <a:r>
            <a:rPr lang="en-US">
              <a:solidFill>
                <a:schemeClr val="bg1"/>
              </a:solidFill>
              <a:latin typeface="Book Antiqua" panose="02040602050305030304" pitchFamily="18" charset="0"/>
            </a:rPr>
            <a:t>GTtrack</a:t>
          </a:r>
          <a:endParaRPr lang="ru-RU" dirty="0">
            <a:solidFill>
              <a:schemeClr val="bg1"/>
            </a:solidFill>
            <a:latin typeface="Book Antiqua" panose="02040602050305030304" pitchFamily="18" charset="0"/>
          </a:endParaRPr>
        </a:p>
      </dgm:t>
    </dgm:pt>
    <dgm:pt modelId="{C514DB2B-1A4F-4CCA-87B7-A49E2EFD10FA}" type="parTrans" cxnId="{8F67649F-2272-44B6-8960-D76147E4FDD8}">
      <dgm:prSet/>
      <dgm:spPr/>
      <dgm:t>
        <a:bodyPr/>
        <a:lstStyle/>
        <a:p>
          <a:endParaRPr lang="ru-RU">
            <a:solidFill>
              <a:schemeClr val="bg1"/>
            </a:solidFill>
            <a:latin typeface="Book Antiqua" panose="02040602050305030304" pitchFamily="18" charset="0"/>
          </a:endParaRPr>
        </a:p>
      </dgm:t>
    </dgm:pt>
    <dgm:pt modelId="{3A90FFF8-043A-4A8F-B596-0A4925EAAE3D}" type="sibTrans" cxnId="{8F67649F-2272-44B6-8960-D76147E4FDD8}">
      <dgm:prSet/>
      <dgm:spPr/>
      <dgm:t>
        <a:bodyPr/>
        <a:lstStyle/>
        <a:p>
          <a:endParaRPr lang="ru-RU">
            <a:solidFill>
              <a:schemeClr val="bg1"/>
            </a:solidFill>
            <a:latin typeface="Book Antiqua" panose="02040602050305030304" pitchFamily="18" charset="0"/>
          </a:endParaRPr>
        </a:p>
      </dgm:t>
    </dgm:pt>
    <dgm:pt modelId="{EE286A3F-0E4C-44A6-9D54-F61624DCA1C0}">
      <dgm:prSet phldrT="[Текст]"/>
      <dgm:spPr/>
      <dgm:t>
        <a:bodyPr/>
        <a:lstStyle/>
        <a:p>
          <a:r>
            <a:rPr lang="en-US" dirty="0" err="1">
              <a:solidFill>
                <a:schemeClr val="bg1"/>
              </a:solidFill>
              <a:latin typeface="+mn-lt"/>
            </a:rPr>
            <a:t>TTree</a:t>
          </a:r>
          <a:r>
            <a:rPr lang="en-US" dirty="0">
              <a:solidFill>
                <a:schemeClr val="bg1"/>
              </a:solidFill>
              <a:latin typeface="+mn-lt"/>
            </a:rPr>
            <a:t> </a:t>
          </a:r>
          <a:r>
            <a:rPr lang="ru-RU" dirty="0">
              <a:solidFill>
                <a:schemeClr val="bg1"/>
              </a:solidFill>
              <a:latin typeface="+mn-lt"/>
            </a:rPr>
            <a:t>объект, содержащий информацию о восстановленных траекторий</a:t>
          </a:r>
        </a:p>
      </dgm:t>
    </dgm:pt>
    <dgm:pt modelId="{ECCB9064-5749-41ED-9C65-2E5BD6614BE9}" type="parTrans" cxnId="{62E98B03-CFAD-46B1-B671-187038CE384F}">
      <dgm:prSet/>
      <dgm:spPr/>
      <dgm:t>
        <a:bodyPr/>
        <a:lstStyle/>
        <a:p>
          <a:endParaRPr lang="ru-RU">
            <a:solidFill>
              <a:schemeClr val="bg1"/>
            </a:solidFill>
            <a:latin typeface="Book Antiqua" panose="02040602050305030304" pitchFamily="18" charset="0"/>
          </a:endParaRPr>
        </a:p>
      </dgm:t>
    </dgm:pt>
    <dgm:pt modelId="{438250A3-563C-4C5B-BF60-37AB5C5E8594}" type="sibTrans" cxnId="{62E98B03-CFAD-46B1-B671-187038CE384F}">
      <dgm:prSet/>
      <dgm:spPr/>
      <dgm:t>
        <a:bodyPr/>
        <a:lstStyle/>
        <a:p>
          <a:endParaRPr lang="ru-RU">
            <a:solidFill>
              <a:schemeClr val="bg1"/>
            </a:solidFill>
            <a:latin typeface="Book Antiqua" panose="02040602050305030304" pitchFamily="18" charset="0"/>
          </a:endParaRPr>
        </a:p>
      </dgm:t>
    </dgm:pt>
    <dgm:pt modelId="{6F523740-F0E9-4F0F-AECD-C1434BA2F3E6}">
      <dgm:prSet phldrT="[Текст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Book Antiqua" panose="02040602050305030304" pitchFamily="18" charset="0"/>
            </a:rPr>
            <a:t>Initialization</a:t>
          </a:r>
          <a:endParaRPr lang="ru-RU" dirty="0">
            <a:solidFill>
              <a:schemeClr val="bg1"/>
            </a:solidFill>
            <a:latin typeface="Book Antiqua" panose="02040602050305030304" pitchFamily="18" charset="0"/>
          </a:endParaRPr>
        </a:p>
      </dgm:t>
    </dgm:pt>
    <dgm:pt modelId="{0D5E9886-EC55-4C82-A75C-A987844BA080}" type="parTrans" cxnId="{A6F5E77D-A185-4FB9-B3E1-8C1293DD301D}">
      <dgm:prSet/>
      <dgm:spPr/>
      <dgm:t>
        <a:bodyPr/>
        <a:lstStyle/>
        <a:p>
          <a:endParaRPr lang="ru-RU">
            <a:solidFill>
              <a:schemeClr val="bg1"/>
            </a:solidFill>
          </a:endParaRPr>
        </a:p>
      </dgm:t>
    </dgm:pt>
    <dgm:pt modelId="{AB37F0E7-2F50-44BF-88FB-8E39630EAF42}" type="sibTrans" cxnId="{A6F5E77D-A185-4FB9-B3E1-8C1293DD301D}">
      <dgm:prSet/>
      <dgm:spPr/>
      <dgm:t>
        <a:bodyPr/>
        <a:lstStyle/>
        <a:p>
          <a:endParaRPr lang="ru-RU">
            <a:solidFill>
              <a:schemeClr val="bg1"/>
            </a:solidFill>
          </a:endParaRPr>
        </a:p>
      </dgm:t>
    </dgm:pt>
    <dgm:pt modelId="{DE30FEA0-5507-4AE7-A8A5-A0123980D5ED}">
      <dgm:prSet phldrT="[Текст]"/>
      <dgm:spPr/>
      <dgm:t>
        <a:bodyPr/>
        <a:lstStyle/>
        <a:p>
          <a:r>
            <a:rPr lang="en-US">
              <a:solidFill>
                <a:schemeClr val="bg1"/>
              </a:solidFill>
              <a:latin typeface="Book Antiqua" panose="02040602050305030304" pitchFamily="18" charset="0"/>
            </a:rPr>
            <a:t>GT - </a:t>
          </a:r>
          <a:r>
            <a:rPr lang="ru-RU">
              <a:solidFill>
                <a:schemeClr val="bg1"/>
              </a:solidFill>
              <a:latin typeface="Book Antiqua" panose="02040602050305030304" pitchFamily="18" charset="0"/>
            </a:rPr>
            <a:t>моделирование</a:t>
          </a:r>
          <a:endParaRPr lang="ru-RU" dirty="0">
            <a:solidFill>
              <a:schemeClr val="bg1"/>
            </a:solidFill>
            <a:latin typeface="Book Antiqua" panose="02040602050305030304" pitchFamily="18" charset="0"/>
          </a:endParaRPr>
        </a:p>
      </dgm:t>
    </dgm:pt>
    <dgm:pt modelId="{DAE4E342-5D6E-4554-A0F2-4C01DC171509}" type="parTrans" cxnId="{C442C5E9-7C79-476C-B9CC-6C2469CC8D33}">
      <dgm:prSet/>
      <dgm:spPr/>
      <dgm:t>
        <a:bodyPr/>
        <a:lstStyle/>
        <a:p>
          <a:endParaRPr lang="ru-RU">
            <a:solidFill>
              <a:schemeClr val="bg1"/>
            </a:solidFill>
          </a:endParaRPr>
        </a:p>
      </dgm:t>
    </dgm:pt>
    <dgm:pt modelId="{9F7D70FE-1CB4-4DB3-B595-01B468D2E736}" type="sibTrans" cxnId="{C442C5E9-7C79-476C-B9CC-6C2469CC8D33}">
      <dgm:prSet/>
      <dgm:spPr/>
      <dgm:t>
        <a:bodyPr/>
        <a:lstStyle/>
        <a:p>
          <a:endParaRPr lang="ru-RU">
            <a:solidFill>
              <a:schemeClr val="bg1"/>
            </a:solidFill>
          </a:endParaRPr>
        </a:p>
      </dgm:t>
    </dgm:pt>
    <dgm:pt modelId="{EFD1FD9D-0A93-4C1F-9C8D-672109686AF5}">
      <dgm:prSet/>
      <dgm:spPr/>
      <dgm:t>
        <a:bodyPr/>
        <a:lstStyle/>
        <a:p>
          <a:r>
            <a:rPr lang="ru-RU" dirty="0">
              <a:solidFill>
                <a:schemeClr val="bg1"/>
              </a:solidFill>
            </a:rPr>
            <a:t>Условия моделирования (входные параметры)</a:t>
          </a:r>
        </a:p>
      </dgm:t>
    </dgm:pt>
    <dgm:pt modelId="{7A9CC5FB-454D-4401-BD4A-96DA22A72782}" type="sibTrans" cxnId="{70F8B3E5-2DFF-44CA-BDA6-058C2D743DDD}">
      <dgm:prSet/>
      <dgm:spPr/>
      <dgm:t>
        <a:bodyPr/>
        <a:lstStyle/>
        <a:p>
          <a:endParaRPr lang="ru-RU">
            <a:solidFill>
              <a:schemeClr val="bg1"/>
            </a:solidFill>
          </a:endParaRPr>
        </a:p>
      </dgm:t>
    </dgm:pt>
    <dgm:pt modelId="{EF21E772-D122-40B1-A817-CD1B315E23CB}" type="parTrans" cxnId="{70F8B3E5-2DFF-44CA-BDA6-058C2D743DDD}">
      <dgm:prSet/>
      <dgm:spPr/>
      <dgm:t>
        <a:bodyPr/>
        <a:lstStyle/>
        <a:p>
          <a:endParaRPr lang="ru-RU">
            <a:solidFill>
              <a:schemeClr val="bg1"/>
            </a:solidFill>
          </a:endParaRPr>
        </a:p>
      </dgm:t>
    </dgm:pt>
    <dgm:pt modelId="{7E267AE2-885E-4C84-88F8-CE897FE28521}" type="pres">
      <dgm:prSet presAssocID="{559B89DB-3DE8-4D93-8C3F-76CAC5666225}" presName="rootnode" presStyleCnt="0">
        <dgm:presLayoutVars>
          <dgm:chMax/>
          <dgm:chPref/>
          <dgm:dir/>
          <dgm:animLvl val="lvl"/>
        </dgm:presLayoutVars>
      </dgm:prSet>
      <dgm:spPr/>
    </dgm:pt>
    <dgm:pt modelId="{9D65D19E-266E-40A0-8A2F-D29E83FD5970}" type="pres">
      <dgm:prSet presAssocID="{6F523740-F0E9-4F0F-AECD-C1434BA2F3E6}" presName="composite" presStyleCnt="0"/>
      <dgm:spPr/>
    </dgm:pt>
    <dgm:pt modelId="{FF8F3D53-01D7-4C75-8DAA-252B5E976A09}" type="pres">
      <dgm:prSet presAssocID="{6F523740-F0E9-4F0F-AECD-C1434BA2F3E6}" presName="LShape" presStyleLbl="alignNode1" presStyleIdx="0" presStyleCnt="9"/>
      <dgm:spPr>
        <a:solidFill>
          <a:schemeClr val="accent1">
            <a:lumMod val="50000"/>
          </a:schemeClr>
        </a:solidFill>
      </dgm:spPr>
    </dgm:pt>
    <dgm:pt modelId="{868EDF2E-D27E-434F-ABE3-45B6847B592C}" type="pres">
      <dgm:prSet presAssocID="{6F523740-F0E9-4F0F-AECD-C1434BA2F3E6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A76CA5BF-124D-4EA1-852E-BD604E31187B}" type="pres">
      <dgm:prSet presAssocID="{6F523740-F0E9-4F0F-AECD-C1434BA2F3E6}" presName="Triangle" presStyleLbl="alignNode1" presStyleIdx="1" presStyleCnt="9"/>
      <dgm:spPr>
        <a:solidFill>
          <a:schemeClr val="accent1">
            <a:lumMod val="50000"/>
          </a:schemeClr>
        </a:solidFill>
      </dgm:spPr>
    </dgm:pt>
    <dgm:pt modelId="{17E1D162-D97F-42C7-BD77-3A351CFB668F}" type="pres">
      <dgm:prSet presAssocID="{AB37F0E7-2F50-44BF-88FB-8E39630EAF42}" presName="sibTrans" presStyleCnt="0"/>
      <dgm:spPr/>
    </dgm:pt>
    <dgm:pt modelId="{51C982E6-98DB-486E-8826-1E0D6DAACDEA}" type="pres">
      <dgm:prSet presAssocID="{AB37F0E7-2F50-44BF-88FB-8E39630EAF42}" presName="space" presStyleCnt="0"/>
      <dgm:spPr/>
    </dgm:pt>
    <dgm:pt modelId="{3FE87C3E-5D85-4FB5-9EAA-F85DE7AF1DEF}" type="pres">
      <dgm:prSet presAssocID="{A46B380C-757A-48FF-864C-BB9B68527C6F}" presName="composite" presStyleCnt="0"/>
      <dgm:spPr/>
    </dgm:pt>
    <dgm:pt modelId="{637F0899-EC44-4200-A96E-5D40547EE063}" type="pres">
      <dgm:prSet presAssocID="{A46B380C-757A-48FF-864C-BB9B68527C6F}" presName="LShape" presStyleLbl="alignNode1" presStyleIdx="2" presStyleCnt="9"/>
      <dgm:spPr>
        <a:solidFill>
          <a:schemeClr val="accent1">
            <a:lumMod val="50000"/>
          </a:schemeClr>
        </a:solidFill>
      </dgm:spPr>
    </dgm:pt>
    <dgm:pt modelId="{9C8315C1-86D9-4E49-84F0-B67B6B71C39C}" type="pres">
      <dgm:prSet presAssocID="{A46B380C-757A-48FF-864C-BB9B68527C6F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E10709BA-88F8-4CAF-A3F2-81527AE30BBA}" type="pres">
      <dgm:prSet presAssocID="{A46B380C-757A-48FF-864C-BB9B68527C6F}" presName="Triangle" presStyleLbl="alignNode1" presStyleIdx="3" presStyleCnt="9"/>
      <dgm:spPr>
        <a:solidFill>
          <a:schemeClr val="accent1">
            <a:lumMod val="50000"/>
          </a:schemeClr>
        </a:solidFill>
      </dgm:spPr>
    </dgm:pt>
    <dgm:pt modelId="{44F6D890-F954-4D30-A557-F6E0E1CF67A9}" type="pres">
      <dgm:prSet presAssocID="{6331D15F-2F6C-414D-AA2C-D36EC47186E2}" presName="sibTrans" presStyleCnt="0"/>
      <dgm:spPr/>
    </dgm:pt>
    <dgm:pt modelId="{804C06B6-83B0-46B4-AF6C-0777CD0C3DA8}" type="pres">
      <dgm:prSet presAssocID="{6331D15F-2F6C-414D-AA2C-D36EC47186E2}" presName="space" presStyleCnt="0"/>
      <dgm:spPr/>
    </dgm:pt>
    <dgm:pt modelId="{8443415E-DCA5-4664-9C84-301F0A09BC24}" type="pres">
      <dgm:prSet presAssocID="{98C93C7A-9911-4ADD-B082-605B49FC6BB7}" presName="composite" presStyleCnt="0"/>
      <dgm:spPr/>
    </dgm:pt>
    <dgm:pt modelId="{FB3ABCE2-8DC1-43B8-889B-F787E8037EE5}" type="pres">
      <dgm:prSet presAssocID="{98C93C7A-9911-4ADD-B082-605B49FC6BB7}" presName="LShape" presStyleLbl="alignNode1" presStyleIdx="4" presStyleCnt="9"/>
      <dgm:spPr>
        <a:solidFill>
          <a:schemeClr val="accent1">
            <a:lumMod val="50000"/>
          </a:schemeClr>
        </a:solidFill>
      </dgm:spPr>
    </dgm:pt>
    <dgm:pt modelId="{2AA6EE99-98FC-4BFF-A896-EF8C6D599397}" type="pres">
      <dgm:prSet presAssocID="{98C93C7A-9911-4ADD-B082-605B49FC6BB7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8072537C-445D-4A6F-85A7-DA365A47B42F}" type="pres">
      <dgm:prSet presAssocID="{98C93C7A-9911-4ADD-B082-605B49FC6BB7}" presName="Triangle" presStyleLbl="alignNode1" presStyleIdx="5" presStyleCnt="9"/>
      <dgm:spPr>
        <a:solidFill>
          <a:schemeClr val="accent1">
            <a:lumMod val="50000"/>
          </a:schemeClr>
        </a:solidFill>
      </dgm:spPr>
    </dgm:pt>
    <dgm:pt modelId="{6F1D1296-7688-44B6-BBD3-B9D67BFD4EB7}" type="pres">
      <dgm:prSet presAssocID="{A9F094E8-610A-4076-B9FC-FF3AEA663818}" presName="sibTrans" presStyleCnt="0"/>
      <dgm:spPr/>
    </dgm:pt>
    <dgm:pt modelId="{1CE8046F-16FB-475C-B22C-8062F8865806}" type="pres">
      <dgm:prSet presAssocID="{A9F094E8-610A-4076-B9FC-FF3AEA663818}" presName="space" presStyleCnt="0"/>
      <dgm:spPr/>
    </dgm:pt>
    <dgm:pt modelId="{470387B7-B2B0-4E1C-AACB-6CEF91C905AD}" type="pres">
      <dgm:prSet presAssocID="{DE30FEA0-5507-4AE7-A8A5-A0123980D5ED}" presName="composite" presStyleCnt="0"/>
      <dgm:spPr/>
    </dgm:pt>
    <dgm:pt modelId="{47EB00E9-7675-4BB6-84E9-E65D626891F4}" type="pres">
      <dgm:prSet presAssocID="{DE30FEA0-5507-4AE7-A8A5-A0123980D5ED}" presName="LShape" presStyleLbl="alignNode1" presStyleIdx="6" presStyleCnt="9"/>
      <dgm:spPr>
        <a:solidFill>
          <a:schemeClr val="accent1">
            <a:lumMod val="50000"/>
          </a:schemeClr>
        </a:solidFill>
      </dgm:spPr>
    </dgm:pt>
    <dgm:pt modelId="{4886C08C-BE09-4D3B-A98A-55DE5A4BA47A}" type="pres">
      <dgm:prSet presAssocID="{DE30FEA0-5507-4AE7-A8A5-A0123980D5ED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48C354D8-88BA-4DDB-BBA9-6ABECDBF3267}" type="pres">
      <dgm:prSet presAssocID="{DE30FEA0-5507-4AE7-A8A5-A0123980D5ED}" presName="Triangle" presStyleLbl="alignNode1" presStyleIdx="7" presStyleCnt="9"/>
      <dgm:spPr>
        <a:solidFill>
          <a:schemeClr val="accent1">
            <a:lumMod val="50000"/>
          </a:schemeClr>
        </a:solidFill>
      </dgm:spPr>
    </dgm:pt>
    <dgm:pt modelId="{6E7C52F1-4691-438D-B11F-3565035CBC25}" type="pres">
      <dgm:prSet presAssocID="{9F7D70FE-1CB4-4DB3-B595-01B468D2E736}" presName="sibTrans" presStyleCnt="0"/>
      <dgm:spPr/>
    </dgm:pt>
    <dgm:pt modelId="{9D700042-CEF2-4FA4-98F9-5A8D175DF9C0}" type="pres">
      <dgm:prSet presAssocID="{9F7D70FE-1CB4-4DB3-B595-01B468D2E736}" presName="space" presStyleCnt="0"/>
      <dgm:spPr/>
    </dgm:pt>
    <dgm:pt modelId="{C809A86D-AC93-46A3-AF4A-75EBCE2326F9}" type="pres">
      <dgm:prSet presAssocID="{AAF223F6-B8DB-4B47-8C33-8F7D877A8470}" presName="composite" presStyleCnt="0"/>
      <dgm:spPr/>
    </dgm:pt>
    <dgm:pt modelId="{9EA5C97D-F22C-4090-B398-1CCB2590F5D5}" type="pres">
      <dgm:prSet presAssocID="{AAF223F6-B8DB-4B47-8C33-8F7D877A8470}" presName="LShape" presStyleLbl="alignNode1" presStyleIdx="8" presStyleCnt="9"/>
      <dgm:spPr>
        <a:solidFill>
          <a:schemeClr val="accent1">
            <a:lumMod val="50000"/>
          </a:schemeClr>
        </a:solidFill>
      </dgm:spPr>
    </dgm:pt>
    <dgm:pt modelId="{3993A131-D6A9-4D82-89E0-A57A41A65643}" type="pres">
      <dgm:prSet presAssocID="{AAF223F6-B8DB-4B47-8C33-8F7D877A8470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62E98B03-CFAD-46B1-B671-187038CE384F}" srcId="{AAF223F6-B8DB-4B47-8C33-8F7D877A8470}" destId="{EE286A3F-0E4C-44A6-9D54-F61624DCA1C0}" srcOrd="0" destOrd="0" parTransId="{ECCB9064-5749-41ED-9C65-2E5BD6614BE9}" sibTransId="{438250A3-563C-4C5B-BF60-37AB5C5E8594}"/>
    <dgm:cxn modelId="{541F5808-31EA-4086-A84F-691FB4E9A6F4}" srcId="{559B89DB-3DE8-4D93-8C3F-76CAC5666225}" destId="{98C93C7A-9911-4ADD-B082-605B49FC6BB7}" srcOrd="2" destOrd="0" parTransId="{83949FA6-FC09-42E3-AAD3-7838A5CED4D8}" sibTransId="{A9F094E8-610A-4076-B9FC-FF3AEA663818}"/>
    <dgm:cxn modelId="{69F0840F-0342-4111-AE2D-5AB7B67D57C7}" srcId="{A46B380C-757A-48FF-864C-BB9B68527C6F}" destId="{6930843B-CB7F-4A79-BE35-2BF436AC7301}" srcOrd="0" destOrd="0" parTransId="{F6B7CAD3-9905-4E36-B373-437174E4A771}" sibTransId="{158EA6AC-D008-4743-9E72-FE456E6B896B}"/>
    <dgm:cxn modelId="{C6128B10-ED76-485D-BCA8-2FA263215426}" type="presOf" srcId="{EE286A3F-0E4C-44A6-9D54-F61624DCA1C0}" destId="{3993A131-D6A9-4D82-89E0-A57A41A65643}" srcOrd="0" destOrd="1" presId="urn:microsoft.com/office/officeart/2009/3/layout/StepUpProcess"/>
    <dgm:cxn modelId="{F3AE4D35-B7C0-4122-B05E-E4AAE8620CAC}" type="presOf" srcId="{DE30FEA0-5507-4AE7-A8A5-A0123980D5ED}" destId="{4886C08C-BE09-4D3B-A98A-55DE5A4BA47A}" srcOrd="0" destOrd="0" presId="urn:microsoft.com/office/officeart/2009/3/layout/StepUpProcess"/>
    <dgm:cxn modelId="{2858BE60-0132-4DB9-9021-818D90D31715}" type="presOf" srcId="{98C93C7A-9911-4ADD-B082-605B49FC6BB7}" destId="{2AA6EE99-98FC-4BFF-A896-EF8C6D599397}" srcOrd="0" destOrd="0" presId="urn:microsoft.com/office/officeart/2009/3/layout/StepUpProcess"/>
    <dgm:cxn modelId="{4218A077-4C3C-4BE4-AE49-6278E8CD239B}" type="presOf" srcId="{7B4BCDA5-C580-4064-86C5-4B5E173B8127}" destId="{2AA6EE99-98FC-4BFF-A896-EF8C6D599397}" srcOrd="0" destOrd="1" presId="urn:microsoft.com/office/officeart/2009/3/layout/StepUpProcess"/>
    <dgm:cxn modelId="{A6F5E77D-A185-4FB9-B3E1-8C1293DD301D}" srcId="{559B89DB-3DE8-4D93-8C3F-76CAC5666225}" destId="{6F523740-F0E9-4F0F-AECD-C1434BA2F3E6}" srcOrd="0" destOrd="0" parTransId="{0D5E9886-EC55-4C82-A75C-A987844BA080}" sibTransId="{AB37F0E7-2F50-44BF-88FB-8E39630EAF42}"/>
    <dgm:cxn modelId="{FE1EAC9A-F799-4AE5-A5D8-985D2AE72CF3}" type="presOf" srcId="{559B89DB-3DE8-4D93-8C3F-76CAC5666225}" destId="{7E267AE2-885E-4C84-88F8-CE897FE28521}" srcOrd="0" destOrd="0" presId="urn:microsoft.com/office/officeart/2009/3/layout/StepUpProcess"/>
    <dgm:cxn modelId="{12B51F9C-D213-4F23-8DF0-C8FE53529AB6}" type="presOf" srcId="{6930843B-CB7F-4A79-BE35-2BF436AC7301}" destId="{9C8315C1-86D9-4E49-84F0-B67B6B71C39C}" srcOrd="0" destOrd="1" presId="urn:microsoft.com/office/officeart/2009/3/layout/StepUpProcess"/>
    <dgm:cxn modelId="{8F67649F-2272-44B6-8960-D76147E4FDD8}" srcId="{559B89DB-3DE8-4D93-8C3F-76CAC5666225}" destId="{AAF223F6-B8DB-4B47-8C33-8F7D877A8470}" srcOrd="4" destOrd="0" parTransId="{C514DB2B-1A4F-4CCA-87B7-A49E2EFD10FA}" sibTransId="{3A90FFF8-043A-4A8F-B596-0A4925EAAE3D}"/>
    <dgm:cxn modelId="{4B4017AA-31C5-4F19-A6D5-D5E475B87A9E}" type="presOf" srcId="{EFD1FD9D-0A93-4C1F-9C8D-672109686AF5}" destId="{868EDF2E-D27E-434F-ABE3-45B6847B592C}" srcOrd="0" destOrd="1" presId="urn:microsoft.com/office/officeart/2009/3/layout/StepUpProcess"/>
    <dgm:cxn modelId="{57B1E9B9-679E-495A-8765-E79FEA0CC54E}" srcId="{98C93C7A-9911-4ADD-B082-605B49FC6BB7}" destId="{7B4BCDA5-C580-4064-86C5-4B5E173B8127}" srcOrd="0" destOrd="0" parTransId="{75090017-086B-422E-9C43-81865871478F}" sibTransId="{BEE85B7D-A8D7-47BF-947D-3BBDE237E702}"/>
    <dgm:cxn modelId="{2293BABE-E8CF-49DD-88F2-A5026A8CA867}" type="presOf" srcId="{6F523740-F0E9-4F0F-AECD-C1434BA2F3E6}" destId="{868EDF2E-D27E-434F-ABE3-45B6847B592C}" srcOrd="0" destOrd="0" presId="urn:microsoft.com/office/officeart/2009/3/layout/StepUpProcess"/>
    <dgm:cxn modelId="{9664B4C3-AA69-4F92-8429-02C177F8499F}" srcId="{559B89DB-3DE8-4D93-8C3F-76CAC5666225}" destId="{A46B380C-757A-48FF-864C-BB9B68527C6F}" srcOrd="1" destOrd="0" parTransId="{2D538392-57F5-4332-A7A9-FF45BC3AF634}" sibTransId="{6331D15F-2F6C-414D-AA2C-D36EC47186E2}"/>
    <dgm:cxn modelId="{F769DADC-5067-49A7-B47A-C4275EB5A9B5}" type="presOf" srcId="{A46B380C-757A-48FF-864C-BB9B68527C6F}" destId="{9C8315C1-86D9-4E49-84F0-B67B6B71C39C}" srcOrd="0" destOrd="0" presId="urn:microsoft.com/office/officeart/2009/3/layout/StepUpProcess"/>
    <dgm:cxn modelId="{70F8B3E5-2DFF-44CA-BDA6-058C2D743DDD}" srcId="{6F523740-F0E9-4F0F-AECD-C1434BA2F3E6}" destId="{EFD1FD9D-0A93-4C1F-9C8D-672109686AF5}" srcOrd="0" destOrd="0" parTransId="{EF21E772-D122-40B1-A817-CD1B315E23CB}" sibTransId="{7A9CC5FB-454D-4401-BD4A-96DA22A72782}"/>
    <dgm:cxn modelId="{C442C5E9-7C79-476C-B9CC-6C2469CC8D33}" srcId="{559B89DB-3DE8-4D93-8C3F-76CAC5666225}" destId="{DE30FEA0-5507-4AE7-A8A5-A0123980D5ED}" srcOrd="3" destOrd="0" parTransId="{DAE4E342-5D6E-4554-A0F2-4C01DC171509}" sibTransId="{9F7D70FE-1CB4-4DB3-B595-01B468D2E736}"/>
    <dgm:cxn modelId="{13B818EA-0F78-40C8-9C30-B97F94649C2C}" type="presOf" srcId="{AAF223F6-B8DB-4B47-8C33-8F7D877A8470}" destId="{3993A131-D6A9-4D82-89E0-A57A41A65643}" srcOrd="0" destOrd="0" presId="urn:microsoft.com/office/officeart/2009/3/layout/StepUpProcess"/>
    <dgm:cxn modelId="{E9816BB0-B16D-45B0-819C-AF46ED032744}" type="presParOf" srcId="{7E267AE2-885E-4C84-88F8-CE897FE28521}" destId="{9D65D19E-266E-40A0-8A2F-D29E83FD5970}" srcOrd="0" destOrd="0" presId="urn:microsoft.com/office/officeart/2009/3/layout/StepUpProcess"/>
    <dgm:cxn modelId="{77880572-2921-4333-BFCE-C77149F22F7E}" type="presParOf" srcId="{9D65D19E-266E-40A0-8A2F-D29E83FD5970}" destId="{FF8F3D53-01D7-4C75-8DAA-252B5E976A09}" srcOrd="0" destOrd="0" presId="urn:microsoft.com/office/officeart/2009/3/layout/StepUpProcess"/>
    <dgm:cxn modelId="{AEC0BC0F-CEE9-4057-BAAB-404397466CAE}" type="presParOf" srcId="{9D65D19E-266E-40A0-8A2F-D29E83FD5970}" destId="{868EDF2E-D27E-434F-ABE3-45B6847B592C}" srcOrd="1" destOrd="0" presId="urn:microsoft.com/office/officeart/2009/3/layout/StepUpProcess"/>
    <dgm:cxn modelId="{B4E5B8F7-B6EC-4129-B1A7-EF63FAB92EF8}" type="presParOf" srcId="{9D65D19E-266E-40A0-8A2F-D29E83FD5970}" destId="{A76CA5BF-124D-4EA1-852E-BD604E31187B}" srcOrd="2" destOrd="0" presId="urn:microsoft.com/office/officeart/2009/3/layout/StepUpProcess"/>
    <dgm:cxn modelId="{77250F79-3758-4C09-AA21-F80AC48D2BCF}" type="presParOf" srcId="{7E267AE2-885E-4C84-88F8-CE897FE28521}" destId="{17E1D162-D97F-42C7-BD77-3A351CFB668F}" srcOrd="1" destOrd="0" presId="urn:microsoft.com/office/officeart/2009/3/layout/StepUpProcess"/>
    <dgm:cxn modelId="{2E5F1AEE-7A88-4026-87D9-EF3D3A4E88C3}" type="presParOf" srcId="{17E1D162-D97F-42C7-BD77-3A351CFB668F}" destId="{51C982E6-98DB-486E-8826-1E0D6DAACDEA}" srcOrd="0" destOrd="0" presId="urn:microsoft.com/office/officeart/2009/3/layout/StepUpProcess"/>
    <dgm:cxn modelId="{8AF0C05E-506B-4221-BEF8-D58AFD273A09}" type="presParOf" srcId="{7E267AE2-885E-4C84-88F8-CE897FE28521}" destId="{3FE87C3E-5D85-4FB5-9EAA-F85DE7AF1DEF}" srcOrd="2" destOrd="0" presId="urn:microsoft.com/office/officeart/2009/3/layout/StepUpProcess"/>
    <dgm:cxn modelId="{94EF9DD5-AC8D-49A0-8F84-F4A605E7C9AD}" type="presParOf" srcId="{3FE87C3E-5D85-4FB5-9EAA-F85DE7AF1DEF}" destId="{637F0899-EC44-4200-A96E-5D40547EE063}" srcOrd="0" destOrd="0" presId="urn:microsoft.com/office/officeart/2009/3/layout/StepUpProcess"/>
    <dgm:cxn modelId="{7FBCCA65-F66B-4462-BDA8-34213717521A}" type="presParOf" srcId="{3FE87C3E-5D85-4FB5-9EAA-F85DE7AF1DEF}" destId="{9C8315C1-86D9-4E49-84F0-B67B6B71C39C}" srcOrd="1" destOrd="0" presId="urn:microsoft.com/office/officeart/2009/3/layout/StepUpProcess"/>
    <dgm:cxn modelId="{DE643459-06D0-4EF8-AD1F-F6F46499FE05}" type="presParOf" srcId="{3FE87C3E-5D85-4FB5-9EAA-F85DE7AF1DEF}" destId="{E10709BA-88F8-4CAF-A3F2-81527AE30BBA}" srcOrd="2" destOrd="0" presId="urn:microsoft.com/office/officeart/2009/3/layout/StepUpProcess"/>
    <dgm:cxn modelId="{BE8F69EE-133A-493C-8892-E3BF3A2D2063}" type="presParOf" srcId="{7E267AE2-885E-4C84-88F8-CE897FE28521}" destId="{44F6D890-F954-4D30-A557-F6E0E1CF67A9}" srcOrd="3" destOrd="0" presId="urn:microsoft.com/office/officeart/2009/3/layout/StepUpProcess"/>
    <dgm:cxn modelId="{827D8BE3-C41D-49B5-B1CD-44F02F7960A2}" type="presParOf" srcId="{44F6D890-F954-4D30-A557-F6E0E1CF67A9}" destId="{804C06B6-83B0-46B4-AF6C-0777CD0C3DA8}" srcOrd="0" destOrd="0" presId="urn:microsoft.com/office/officeart/2009/3/layout/StepUpProcess"/>
    <dgm:cxn modelId="{E885C584-AC7B-4AC7-B112-F5E2643981F5}" type="presParOf" srcId="{7E267AE2-885E-4C84-88F8-CE897FE28521}" destId="{8443415E-DCA5-4664-9C84-301F0A09BC24}" srcOrd="4" destOrd="0" presId="urn:microsoft.com/office/officeart/2009/3/layout/StepUpProcess"/>
    <dgm:cxn modelId="{DDF382B9-9B50-4E72-9A34-4A7E02A110FD}" type="presParOf" srcId="{8443415E-DCA5-4664-9C84-301F0A09BC24}" destId="{FB3ABCE2-8DC1-43B8-889B-F787E8037EE5}" srcOrd="0" destOrd="0" presId="urn:microsoft.com/office/officeart/2009/3/layout/StepUpProcess"/>
    <dgm:cxn modelId="{208175EB-6021-41FF-A99A-F8F07469F6BF}" type="presParOf" srcId="{8443415E-DCA5-4664-9C84-301F0A09BC24}" destId="{2AA6EE99-98FC-4BFF-A896-EF8C6D599397}" srcOrd="1" destOrd="0" presId="urn:microsoft.com/office/officeart/2009/3/layout/StepUpProcess"/>
    <dgm:cxn modelId="{D46AA3B2-D741-4D88-A005-9C634EBEBB8E}" type="presParOf" srcId="{8443415E-DCA5-4664-9C84-301F0A09BC24}" destId="{8072537C-445D-4A6F-85A7-DA365A47B42F}" srcOrd="2" destOrd="0" presId="urn:microsoft.com/office/officeart/2009/3/layout/StepUpProcess"/>
    <dgm:cxn modelId="{F73065CF-7503-4511-B64D-C919D3C278B9}" type="presParOf" srcId="{7E267AE2-885E-4C84-88F8-CE897FE28521}" destId="{6F1D1296-7688-44B6-BBD3-B9D67BFD4EB7}" srcOrd="5" destOrd="0" presId="urn:microsoft.com/office/officeart/2009/3/layout/StepUpProcess"/>
    <dgm:cxn modelId="{A4E41798-FC80-4011-9A1B-15EEAF9EACB0}" type="presParOf" srcId="{6F1D1296-7688-44B6-BBD3-B9D67BFD4EB7}" destId="{1CE8046F-16FB-475C-B22C-8062F8865806}" srcOrd="0" destOrd="0" presId="urn:microsoft.com/office/officeart/2009/3/layout/StepUpProcess"/>
    <dgm:cxn modelId="{0B130C4A-2668-4E31-9DDC-595BE2EE56EC}" type="presParOf" srcId="{7E267AE2-885E-4C84-88F8-CE897FE28521}" destId="{470387B7-B2B0-4E1C-AACB-6CEF91C905AD}" srcOrd="6" destOrd="0" presId="urn:microsoft.com/office/officeart/2009/3/layout/StepUpProcess"/>
    <dgm:cxn modelId="{FBB2CA0C-9139-491C-80C4-312AB3033B63}" type="presParOf" srcId="{470387B7-B2B0-4E1C-AACB-6CEF91C905AD}" destId="{47EB00E9-7675-4BB6-84E9-E65D626891F4}" srcOrd="0" destOrd="0" presId="urn:microsoft.com/office/officeart/2009/3/layout/StepUpProcess"/>
    <dgm:cxn modelId="{FC778ADE-18AE-4095-8AD7-3ECED57BF3F1}" type="presParOf" srcId="{470387B7-B2B0-4E1C-AACB-6CEF91C905AD}" destId="{4886C08C-BE09-4D3B-A98A-55DE5A4BA47A}" srcOrd="1" destOrd="0" presId="urn:microsoft.com/office/officeart/2009/3/layout/StepUpProcess"/>
    <dgm:cxn modelId="{6E0682B2-77DF-48BB-B5C0-79BC9E0ACE26}" type="presParOf" srcId="{470387B7-B2B0-4E1C-AACB-6CEF91C905AD}" destId="{48C354D8-88BA-4DDB-BBA9-6ABECDBF3267}" srcOrd="2" destOrd="0" presId="urn:microsoft.com/office/officeart/2009/3/layout/StepUpProcess"/>
    <dgm:cxn modelId="{7EDFC409-0F6F-44ED-982E-5223FFED7CB8}" type="presParOf" srcId="{7E267AE2-885E-4C84-88F8-CE897FE28521}" destId="{6E7C52F1-4691-438D-B11F-3565035CBC25}" srcOrd="7" destOrd="0" presId="urn:microsoft.com/office/officeart/2009/3/layout/StepUpProcess"/>
    <dgm:cxn modelId="{55442139-2025-428D-8119-6A72E9D0C7B2}" type="presParOf" srcId="{6E7C52F1-4691-438D-B11F-3565035CBC25}" destId="{9D700042-CEF2-4FA4-98F9-5A8D175DF9C0}" srcOrd="0" destOrd="0" presId="urn:microsoft.com/office/officeart/2009/3/layout/StepUpProcess"/>
    <dgm:cxn modelId="{40443D37-2327-4AC2-8AED-4738B5A1D02C}" type="presParOf" srcId="{7E267AE2-885E-4C84-88F8-CE897FE28521}" destId="{C809A86D-AC93-46A3-AF4A-75EBCE2326F9}" srcOrd="8" destOrd="0" presId="urn:microsoft.com/office/officeart/2009/3/layout/StepUpProcess"/>
    <dgm:cxn modelId="{6000B59E-CB04-4BED-88E4-87D1FB5D66CD}" type="presParOf" srcId="{C809A86D-AC93-46A3-AF4A-75EBCE2326F9}" destId="{9EA5C97D-F22C-4090-B398-1CCB2590F5D5}" srcOrd="0" destOrd="0" presId="urn:microsoft.com/office/officeart/2009/3/layout/StepUpProcess"/>
    <dgm:cxn modelId="{C4C882BC-85FC-456B-8D9D-1C7766F1C33D}" type="presParOf" srcId="{C809A86D-AC93-46A3-AF4A-75EBCE2326F9}" destId="{3993A131-D6A9-4D82-89E0-A57A41A65643}" srcOrd="1" destOrd="0" presId="urn:microsoft.com/office/officeart/2009/3/layout/StepUpProcess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8F3D53-01D7-4C75-8DAA-252B5E976A09}">
      <dsp:nvSpPr>
        <dsp:cNvPr id="0" name=""/>
        <dsp:cNvSpPr/>
      </dsp:nvSpPr>
      <dsp:spPr>
        <a:xfrm rot="5400000">
          <a:off x="446814" y="2552501"/>
          <a:ext cx="1343000" cy="223472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68EDF2E-D27E-434F-ABE3-45B6847B592C}">
      <dsp:nvSpPr>
        <dsp:cNvPr id="0" name=""/>
        <dsp:cNvSpPr/>
      </dsp:nvSpPr>
      <dsp:spPr>
        <a:xfrm>
          <a:off x="222633" y="3220202"/>
          <a:ext cx="2017520" cy="1768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Book Antiqua" panose="02040602050305030304" pitchFamily="18" charset="0"/>
            </a:rPr>
            <a:t>Initialization</a:t>
          </a:r>
          <a:endParaRPr lang="ru-RU" sz="1800" kern="1200" dirty="0">
            <a:solidFill>
              <a:schemeClr val="bg1"/>
            </a:solidFill>
            <a:latin typeface="Book Antiqua" panose="0204060205030503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>
              <a:solidFill>
                <a:schemeClr val="bg1"/>
              </a:solidFill>
            </a:rPr>
            <a:t>Условия моделирования (входные параметры)</a:t>
          </a:r>
        </a:p>
      </dsp:txBody>
      <dsp:txXfrm>
        <a:off x="222633" y="3220202"/>
        <a:ext cx="2017520" cy="1768475"/>
      </dsp:txXfrm>
    </dsp:sp>
    <dsp:sp modelId="{A76CA5BF-124D-4EA1-852E-BD604E31187B}">
      <dsp:nvSpPr>
        <dsp:cNvPr id="0" name=""/>
        <dsp:cNvSpPr/>
      </dsp:nvSpPr>
      <dsp:spPr>
        <a:xfrm>
          <a:off x="1859490" y="2387979"/>
          <a:ext cx="380664" cy="380664"/>
        </a:xfrm>
        <a:prstGeom prst="triangle">
          <a:avLst>
            <a:gd name="adj" fmla="val 10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37F0899-EC44-4200-A96E-5D40547EE063}">
      <dsp:nvSpPr>
        <dsp:cNvPr id="0" name=""/>
        <dsp:cNvSpPr/>
      </dsp:nvSpPr>
      <dsp:spPr>
        <a:xfrm rot="5400000">
          <a:off x="2916653" y="1941337"/>
          <a:ext cx="1343000" cy="223472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C8315C1-86D9-4E49-84F0-B67B6B71C39C}">
      <dsp:nvSpPr>
        <dsp:cNvPr id="0" name=""/>
        <dsp:cNvSpPr/>
      </dsp:nvSpPr>
      <dsp:spPr>
        <a:xfrm>
          <a:off x="2692473" y="2609038"/>
          <a:ext cx="2017520" cy="1768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bg1"/>
              </a:solidFill>
              <a:latin typeface="Book Antiqua" panose="02040602050305030304" pitchFamily="18" charset="0"/>
            </a:rPr>
            <a:t>GTparam</a:t>
          </a:r>
          <a:endParaRPr lang="ru-RU" sz="1800" kern="1200" dirty="0">
            <a:solidFill>
              <a:schemeClr val="bg1"/>
            </a:solidFill>
            <a:latin typeface="Book Antiqua" panose="0204060205030503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>
              <a:solidFill>
                <a:schemeClr val="bg1"/>
              </a:solidFill>
              <a:latin typeface="+mn-lt"/>
            </a:rPr>
            <a:t>Структура, содержащая набор входных параметров и вычисленных сопутствующих величин</a:t>
          </a:r>
        </a:p>
      </dsp:txBody>
      <dsp:txXfrm>
        <a:off x="2692473" y="2609038"/>
        <a:ext cx="2017520" cy="1768475"/>
      </dsp:txXfrm>
    </dsp:sp>
    <dsp:sp modelId="{E10709BA-88F8-4CAF-A3F2-81527AE30BBA}">
      <dsp:nvSpPr>
        <dsp:cNvPr id="0" name=""/>
        <dsp:cNvSpPr/>
      </dsp:nvSpPr>
      <dsp:spPr>
        <a:xfrm>
          <a:off x="4329329" y="1776814"/>
          <a:ext cx="380664" cy="380664"/>
        </a:xfrm>
        <a:prstGeom prst="triangle">
          <a:avLst>
            <a:gd name="adj" fmla="val 10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B3ABCE2-8DC1-43B8-889B-F787E8037EE5}">
      <dsp:nvSpPr>
        <dsp:cNvPr id="0" name=""/>
        <dsp:cNvSpPr/>
      </dsp:nvSpPr>
      <dsp:spPr>
        <a:xfrm rot="5400000">
          <a:off x="5386492" y="1330173"/>
          <a:ext cx="1343000" cy="223472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AA6EE99-98FC-4BFF-A896-EF8C6D599397}">
      <dsp:nvSpPr>
        <dsp:cNvPr id="0" name=""/>
        <dsp:cNvSpPr/>
      </dsp:nvSpPr>
      <dsp:spPr>
        <a:xfrm>
          <a:off x="5162312" y="1997874"/>
          <a:ext cx="2017520" cy="1768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bg1"/>
              </a:solidFill>
              <a:latin typeface="Book Antiqua" panose="02040602050305030304" pitchFamily="18" charset="0"/>
            </a:rPr>
            <a:t>GTparticle</a:t>
          </a:r>
          <a:endParaRPr lang="ru-RU" sz="1800" kern="1200" dirty="0">
            <a:solidFill>
              <a:schemeClr val="bg1"/>
            </a:solidFill>
            <a:latin typeface="Book Antiqua" panose="0204060205030503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>
              <a:solidFill>
                <a:schemeClr val="bg1"/>
              </a:solidFill>
              <a:latin typeface="+mn-lt"/>
            </a:rPr>
            <a:t>Структура, содержащая информацию о частицах, которые будут промоделированы</a:t>
          </a:r>
        </a:p>
      </dsp:txBody>
      <dsp:txXfrm>
        <a:off x="5162312" y="1997874"/>
        <a:ext cx="2017520" cy="1768475"/>
      </dsp:txXfrm>
    </dsp:sp>
    <dsp:sp modelId="{8072537C-445D-4A6F-85A7-DA365A47B42F}">
      <dsp:nvSpPr>
        <dsp:cNvPr id="0" name=""/>
        <dsp:cNvSpPr/>
      </dsp:nvSpPr>
      <dsp:spPr>
        <a:xfrm>
          <a:off x="6799169" y="1165650"/>
          <a:ext cx="380664" cy="380664"/>
        </a:xfrm>
        <a:prstGeom prst="triangle">
          <a:avLst>
            <a:gd name="adj" fmla="val 10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7EB00E9-7675-4BB6-84E9-E65D626891F4}">
      <dsp:nvSpPr>
        <dsp:cNvPr id="0" name=""/>
        <dsp:cNvSpPr/>
      </dsp:nvSpPr>
      <dsp:spPr>
        <a:xfrm rot="5400000">
          <a:off x="7856332" y="719009"/>
          <a:ext cx="1343000" cy="223472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886C08C-BE09-4D3B-A98A-55DE5A4BA47A}">
      <dsp:nvSpPr>
        <dsp:cNvPr id="0" name=""/>
        <dsp:cNvSpPr/>
      </dsp:nvSpPr>
      <dsp:spPr>
        <a:xfrm>
          <a:off x="7632152" y="1386710"/>
          <a:ext cx="2017520" cy="1768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bg1"/>
              </a:solidFill>
              <a:latin typeface="Book Antiqua" panose="02040602050305030304" pitchFamily="18" charset="0"/>
            </a:rPr>
            <a:t>GT - </a:t>
          </a:r>
          <a:r>
            <a:rPr lang="ru-RU" sz="1800" kern="1200">
              <a:solidFill>
                <a:schemeClr val="bg1"/>
              </a:solidFill>
              <a:latin typeface="Book Antiqua" panose="02040602050305030304" pitchFamily="18" charset="0"/>
            </a:rPr>
            <a:t>моделирование</a:t>
          </a:r>
          <a:endParaRPr lang="ru-RU" sz="1800" kern="1200" dirty="0">
            <a:solidFill>
              <a:schemeClr val="bg1"/>
            </a:solidFill>
            <a:latin typeface="Book Antiqua" panose="02040602050305030304" pitchFamily="18" charset="0"/>
          </a:endParaRPr>
        </a:p>
      </dsp:txBody>
      <dsp:txXfrm>
        <a:off x="7632152" y="1386710"/>
        <a:ext cx="2017520" cy="1768475"/>
      </dsp:txXfrm>
    </dsp:sp>
    <dsp:sp modelId="{48C354D8-88BA-4DDB-BBA9-6ABECDBF3267}">
      <dsp:nvSpPr>
        <dsp:cNvPr id="0" name=""/>
        <dsp:cNvSpPr/>
      </dsp:nvSpPr>
      <dsp:spPr>
        <a:xfrm>
          <a:off x="9269008" y="554486"/>
          <a:ext cx="380664" cy="380664"/>
        </a:xfrm>
        <a:prstGeom prst="triangle">
          <a:avLst>
            <a:gd name="adj" fmla="val 10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EA5C97D-F22C-4090-B398-1CCB2590F5D5}">
      <dsp:nvSpPr>
        <dsp:cNvPr id="0" name=""/>
        <dsp:cNvSpPr/>
      </dsp:nvSpPr>
      <dsp:spPr>
        <a:xfrm rot="5400000">
          <a:off x="10326171" y="107845"/>
          <a:ext cx="1343000" cy="223472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993A131-D6A9-4D82-89E0-A57A41A65643}">
      <dsp:nvSpPr>
        <dsp:cNvPr id="0" name=""/>
        <dsp:cNvSpPr/>
      </dsp:nvSpPr>
      <dsp:spPr>
        <a:xfrm>
          <a:off x="10101991" y="775545"/>
          <a:ext cx="2017520" cy="1768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bg1"/>
              </a:solidFill>
              <a:latin typeface="Book Antiqua" panose="02040602050305030304" pitchFamily="18" charset="0"/>
            </a:rPr>
            <a:t>GTtrack</a:t>
          </a:r>
          <a:endParaRPr lang="ru-RU" sz="1800" kern="1200" dirty="0">
            <a:solidFill>
              <a:schemeClr val="bg1"/>
            </a:solidFill>
            <a:latin typeface="Book Antiqua" panose="0204060205030503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>
              <a:solidFill>
                <a:schemeClr val="bg1"/>
              </a:solidFill>
              <a:latin typeface="+mn-lt"/>
            </a:rPr>
            <a:t>TTree</a:t>
          </a:r>
          <a:r>
            <a:rPr lang="en-US" sz="1400" kern="1200" dirty="0">
              <a:solidFill>
                <a:schemeClr val="bg1"/>
              </a:solidFill>
              <a:latin typeface="+mn-lt"/>
            </a:rPr>
            <a:t> </a:t>
          </a:r>
          <a:r>
            <a:rPr lang="ru-RU" sz="1400" kern="1200" dirty="0">
              <a:solidFill>
                <a:schemeClr val="bg1"/>
              </a:solidFill>
              <a:latin typeface="+mn-lt"/>
            </a:rPr>
            <a:t>объект, содержащий информацию о восстановленных траекторий</a:t>
          </a:r>
        </a:p>
      </dsp:txBody>
      <dsp:txXfrm>
        <a:off x="10101991" y="775545"/>
        <a:ext cx="2017520" cy="17684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C3057-F61A-4581-A897-EAD0EB8EC1A1}" type="datetimeFigureOut">
              <a:rPr lang="ru-RU" smtClean="0"/>
              <a:t>10.04.2023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6C6C5-FA3E-4254-B5FE-5AD08846A7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359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1E73B2-8F6B-422F-BC9A-3EB937D0C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817C67-3786-44E0-92F7-0DC03BA3E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02210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30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E242E2-BDE1-4BB4-9DC7-21CDD4EC0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15463"/>
            <a:ext cx="9144000" cy="1434225"/>
          </a:xfrm>
        </p:spPr>
        <p:txBody>
          <a:bodyPr/>
          <a:lstStyle/>
          <a:p>
            <a:r>
              <a:rPr lang="ru-RU" sz="4800" dirty="0">
                <a:solidFill>
                  <a:schemeClr val="bg1"/>
                </a:solidFill>
                <a:latin typeface="Book Antiqua" panose="02040602050305030304" pitchFamily="18" charset="0"/>
              </a:rPr>
              <a:t>Возможности и использование пакета программ </a:t>
            </a:r>
            <a:r>
              <a:rPr lang="en-US" sz="4800" b="1" u="sng" dirty="0">
                <a:solidFill>
                  <a:schemeClr val="bg1"/>
                </a:solidFill>
                <a:latin typeface="Book Antiqua" panose="02040602050305030304" pitchFamily="18" charset="0"/>
              </a:rPr>
              <a:t>GT</a:t>
            </a:r>
            <a:endParaRPr lang="ru-RU" sz="4800" b="1" u="sng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7A09971-C5D3-4223-A74A-543400549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16909"/>
            <a:ext cx="9144000" cy="885986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  <a:t>GT / GetTrajectory / </a:t>
            </a:r>
            <a:r>
              <a:rPr lang="en-US" sz="2000" dirty="0" err="1">
                <a:solidFill>
                  <a:schemeClr val="bg1"/>
                </a:solidFill>
                <a:latin typeface="Book Antiqua" panose="02040602050305030304" pitchFamily="18" charset="0"/>
              </a:rPr>
              <a:t>GetTrajectoryInEMField</a:t>
            </a:r>
            <a:br>
              <a:rPr lang="ru-RU" sz="2000" dirty="0">
                <a:solidFill>
                  <a:schemeClr val="bg1"/>
                </a:solidFill>
                <a:latin typeface="Book Antiqua" panose="02040602050305030304" pitchFamily="18" charset="0"/>
              </a:rPr>
            </a:br>
            <a:r>
              <a:rPr lang="ru-RU" sz="2000" dirty="0">
                <a:solidFill>
                  <a:schemeClr val="bg1"/>
                </a:solidFill>
                <a:latin typeface="Book Antiqua" panose="02040602050305030304" pitchFamily="18" charset="0"/>
              </a:rPr>
              <a:t>Пакет программ для расчёта траектории заряженных частиц в заданных электромагнитных полях.</a:t>
            </a:r>
          </a:p>
        </p:txBody>
      </p:sp>
      <p:sp>
        <p:nvSpPr>
          <p:cNvPr id="7" name="Равнобедренный треугольник 6">
            <a:extLst>
              <a:ext uri="{FF2B5EF4-FFF2-40B4-BE49-F238E27FC236}">
                <a16:creationId xmlns:a16="http://schemas.microsoft.com/office/drawing/2014/main" id="{661DAA70-8473-4637-BDC4-97374F88C6BA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1524000" y="3623807"/>
            <a:ext cx="9144000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solidFill>
                  <a:schemeClr val="bg1"/>
                </a:solidFill>
                <a:latin typeface="Book Antiqua" panose="02040602050305030304" pitchFamily="18" charset="0"/>
              </a:rPr>
              <a:t>Версия 8.0</a:t>
            </a:r>
          </a:p>
        </p:txBody>
      </p:sp>
    </p:spTree>
    <p:extLst>
      <p:ext uri="{BB962C8B-B14F-4D97-AF65-F5344CB8AC3E}">
        <p14:creationId xmlns:p14="http://schemas.microsoft.com/office/powerpoint/2010/main" val="1162683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Структура моделирования</a:t>
            </a: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63C633B-D49C-4C72-AD2E-175027967815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12" name="Схема 11">
            <a:extLst>
              <a:ext uri="{FF2B5EF4-FFF2-40B4-BE49-F238E27FC236}">
                <a16:creationId xmlns:a16="http://schemas.microsoft.com/office/drawing/2014/main" id="{68AA433F-9594-4A34-A738-BDA1B33038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8696795"/>
              </p:ext>
            </p:extLst>
          </p:nvPr>
        </p:nvGraphicFramePr>
        <p:xfrm>
          <a:off x="37322" y="1073020"/>
          <a:ext cx="12120465" cy="5542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762FF3E-0639-489A-9092-E1BB585D0C2B}"/>
              </a:ext>
            </a:extLst>
          </p:cNvPr>
          <p:cNvSpPr txBox="1"/>
          <p:nvPr/>
        </p:nvSpPr>
        <p:spPr>
          <a:xfrm>
            <a:off x="8439801" y="3746181"/>
            <a:ext cx="35642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Все переменные, кроме</a:t>
            </a:r>
          </a:p>
          <a:p>
            <a:pPr marL="719138" lvl="0" indent="-365125"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GTparam</a:t>
            </a:r>
            <a:endParaRPr lang="ru-RU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9138" lvl="0" indent="-365125"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GTparticle</a:t>
            </a:r>
            <a:endParaRPr lang="ru-RU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9138" lvl="0" indent="-365125"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GTtrack</a:t>
            </a: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  <a:p>
            <a:pPr lvl="0"/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являются внутренними и пользователю недоступны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0137F7-6D18-4048-BFFA-8F405D4EBD2A}"/>
              </a:ext>
            </a:extLst>
          </p:cNvPr>
          <p:cNvSpPr txBox="1"/>
          <p:nvPr/>
        </p:nvSpPr>
        <p:spPr>
          <a:xfrm>
            <a:off x="1811655" y="5850656"/>
            <a:ext cx="8571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Версия 8.0 </a:t>
            </a:r>
            <a:r>
              <a:rPr lang="ru-RU" u="sng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несовместима</a:t>
            </a: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с любыми предыдущими версиями, в т.ч. 4.3.</a:t>
            </a:r>
          </a:p>
        </p:txBody>
      </p:sp>
    </p:spTree>
    <p:extLst>
      <p:ext uri="{BB962C8B-B14F-4D97-AF65-F5344CB8AC3E}">
        <p14:creationId xmlns:p14="http://schemas.microsoft.com/office/powerpoint/2010/main" val="1317558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Общие настройки моделирования</a:t>
            </a:r>
            <a:b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</a:br>
            <a:r>
              <a:rPr lang="en-US" sz="2800" dirty="0" err="1">
                <a:solidFill>
                  <a:schemeClr val="bg1"/>
                </a:solidFill>
                <a:latin typeface="Book Antiqua" panose="02040602050305030304" pitchFamily="18" charset="0"/>
              </a:rPr>
              <a:t>SetGetTrajectoryInEMField</a:t>
            </a:r>
            <a:endParaRPr lang="ru-RU" sz="28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63C633B-D49C-4C72-AD2E-175027967815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62FF3E-0639-489A-9092-E1BB585D0C2B}"/>
              </a:ext>
            </a:extLst>
          </p:cNvPr>
          <p:cNvSpPr txBox="1"/>
          <p:nvPr/>
        </p:nvSpPr>
        <p:spPr>
          <a:xfrm>
            <a:off x="1811655" y="2111349"/>
            <a:ext cx="840406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Область</a:t>
            </a:r>
            <a:r>
              <a:rPr 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/</a:t>
            </a: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координаты запуска частиц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Распределение векторов начальных скоростей</a:t>
            </a:r>
            <a:endParaRPr lang="en-US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Дата и время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Информация о частицах и их энергетическом распределении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Конфигурация электромагнитного поля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Настройки алгоритма трассировки (решения уравнения движения частицы)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Конфигурация среды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Выбор процессов ЭМ взаимодействия частиц со средой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Выбор параметров ядерных процессов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Выбор дополнительных параметров для сохранения в </a:t>
            </a:r>
            <a:r>
              <a:rPr lang="en-US" dirty="0" err="1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GTTrack</a:t>
            </a:r>
            <a:endParaRPr lang="ru-RU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Настройка условий прерывания трассировки</a:t>
            </a:r>
            <a:endParaRPr lang="en-US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Расчёт параметров траектории частицы в магнитосфере Земли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Другие настройки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B3CAF5-BE74-4B0A-BEB8-B1AC2EE8338F}"/>
              </a:ext>
            </a:extLst>
          </p:cNvPr>
          <p:cNvSpPr txBox="1"/>
          <p:nvPr/>
        </p:nvSpPr>
        <p:spPr>
          <a:xfrm>
            <a:off x="1811655" y="5866489"/>
            <a:ext cx="8571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Версия 8.0 </a:t>
            </a:r>
            <a:r>
              <a:rPr lang="ru-RU" u="sng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несовместима</a:t>
            </a: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с любыми предыдущими версиями, в т.ч. 4.3.</a:t>
            </a:r>
          </a:p>
        </p:txBody>
      </p:sp>
    </p:spTree>
    <p:extLst>
      <p:ext uri="{BB962C8B-B14F-4D97-AF65-F5344CB8AC3E}">
        <p14:creationId xmlns:p14="http://schemas.microsoft.com/office/powerpoint/2010/main" val="4190953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Общие настройки моделирования</a:t>
            </a:r>
            <a:b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</a:br>
            <a:r>
              <a:rPr lang="en-US" sz="2800" dirty="0" err="1">
                <a:solidFill>
                  <a:schemeClr val="bg1"/>
                </a:solidFill>
                <a:latin typeface="Book Antiqua" panose="02040602050305030304" pitchFamily="18" charset="0"/>
              </a:rPr>
              <a:t>SetGetTrajectoryInEMField</a:t>
            </a:r>
            <a:endParaRPr lang="ru-RU" sz="28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63C633B-D49C-4C72-AD2E-175027967815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B3CAF5-BE74-4B0A-BEB8-B1AC2EE8338F}"/>
              </a:ext>
            </a:extLst>
          </p:cNvPr>
          <p:cNvSpPr txBox="1"/>
          <p:nvPr/>
        </p:nvSpPr>
        <p:spPr>
          <a:xfrm>
            <a:off x="2254107" y="2222553"/>
            <a:ext cx="8571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Набор допустимых параметров зависит от выбора </a:t>
            </a:r>
            <a:r>
              <a:rPr lang="ru-RU" u="sng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региона</a:t>
            </a: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(Region)</a:t>
            </a:r>
            <a:endParaRPr lang="ru-RU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graphicFrame>
        <p:nvGraphicFramePr>
          <p:cNvPr id="6" name="Таблица 2">
            <a:extLst>
              <a:ext uri="{FF2B5EF4-FFF2-40B4-BE49-F238E27FC236}">
                <a16:creationId xmlns:a16="http://schemas.microsoft.com/office/drawing/2014/main" id="{56971535-100A-4C7D-B97E-89A3D2395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090195"/>
              </p:ext>
            </p:extLst>
          </p:nvPr>
        </p:nvGraphicFramePr>
        <p:xfrm>
          <a:off x="3634441" y="3072090"/>
          <a:ext cx="4923118" cy="1854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16485">
                  <a:extLst>
                    <a:ext uri="{9D8B030D-6E8A-4147-A177-3AD203B41FA5}">
                      <a16:colId xmlns:a16="http://schemas.microsoft.com/office/drawing/2014/main" val="48525821"/>
                    </a:ext>
                  </a:extLst>
                </a:gridCol>
                <a:gridCol w="4006633">
                  <a:extLst>
                    <a:ext uri="{9D8B030D-6E8A-4147-A177-3AD203B41FA5}">
                      <a16:colId xmlns:a16="http://schemas.microsoft.com/office/drawing/2014/main" val="112209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Region</a:t>
                      </a:r>
                      <a:endParaRPr lang="ru-RU" dirty="0"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Область (регион)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5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M</a:t>
                      </a:r>
                      <a:endParaRPr lang="ru-RU" sz="16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Магнитосфера Земли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57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H</a:t>
                      </a:r>
                      <a:endParaRPr lang="ru-RU" sz="16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Гелиосфера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6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G</a:t>
                      </a:r>
                      <a:endParaRPr lang="ru-RU" sz="16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Галактика (Млечный путь)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396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P</a:t>
                      </a:r>
                      <a:endParaRPr lang="ru-RU" sz="16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Имя не занято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29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8231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Область</a:t>
            </a:r>
            <a:r>
              <a:rPr lang="en-US" sz="2800" dirty="0">
                <a:solidFill>
                  <a:schemeClr val="bg1"/>
                </a:solidFill>
                <a:latin typeface="Book Antiqua" panose="02040602050305030304" pitchFamily="18" charset="0"/>
              </a:rPr>
              <a:t>/</a:t>
            </a:r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координаты запуска частиц</a:t>
            </a:r>
            <a:b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</a:br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(моделирование)</a:t>
            </a: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63C633B-D49C-4C72-AD2E-175027967815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8977D62D-B885-4B2A-BA9F-CF0D16E8B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943607"/>
              </p:ext>
            </p:extLst>
          </p:nvPr>
        </p:nvGraphicFramePr>
        <p:xfrm>
          <a:off x="1310534" y="1961128"/>
          <a:ext cx="10163712" cy="4749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92070">
                  <a:extLst>
                    <a:ext uri="{9D8B030D-6E8A-4147-A177-3AD203B41FA5}">
                      <a16:colId xmlns:a16="http://schemas.microsoft.com/office/drawing/2014/main" val="48525821"/>
                    </a:ext>
                  </a:extLst>
                </a:gridCol>
                <a:gridCol w="8271642">
                  <a:extLst>
                    <a:ext uri="{9D8B030D-6E8A-4147-A177-3AD203B41FA5}">
                      <a16:colId xmlns:a16="http://schemas.microsoft.com/office/drawing/2014/main" val="112209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Опции </a:t>
                      </a:r>
                      <a:r>
                        <a:rPr lang="en-US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Ro</a:t>
                      </a:r>
                      <a:endParaRPr lang="ru-RU" dirty="0"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Значение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5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Center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Координаты положения частицы, центра сферы, сферического слоя или диска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57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Radius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Радиус сферы, с которой будут запускаться частицы. Если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Radius = 0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, то параметр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Center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определяет положение самой частицы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6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Radius</a:t>
                      </a:r>
                      <a:r>
                        <a:rPr lang="ru-RU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inner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Внешний радиус сферического слоя или диска, внутри которого координаты частиц имеют изотропное распределение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199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Radius</a:t>
                      </a:r>
                      <a:r>
                        <a:rPr lang="ru-RU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_</a:t>
                      </a: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outer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Внутренний радиус сферического слоя или диска, внутри которого координаты частиц имеют изотропное распределение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325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Height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Высота диска, внутри которого координаты частиц имеют изотропное распределение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773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LLA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Широта, долгота и высота координаты запуска частицы в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GEO</a:t>
                      </a:r>
                      <a:endParaRPr lang="ru-RU" sz="16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394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Units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Единицы измерения координат: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m, km, RE, AU, pc, kpc, 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ddkm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396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CRFinp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Система координат, в которой определены входные параметры: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GEO (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по умолчанию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)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,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MAG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,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GSM.</a:t>
                      </a:r>
                      <a:endParaRPr lang="ru-RU" sz="16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29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CRFotp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Система координат, в которой будут определены выходные параметры: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GEO (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по умолчанию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)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,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MAG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,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GSM.</a:t>
                      </a:r>
                      <a:endParaRPr lang="ru-RU" sz="16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652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6648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Область</a:t>
            </a:r>
            <a:r>
              <a:rPr lang="en-US" sz="2800" dirty="0">
                <a:solidFill>
                  <a:schemeClr val="bg1"/>
                </a:solidFill>
                <a:latin typeface="Book Antiqua" panose="02040602050305030304" pitchFamily="18" charset="0"/>
              </a:rPr>
              <a:t>/</a:t>
            </a:r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координаты запуска частиц</a:t>
            </a:r>
            <a:b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</a:br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(</a:t>
            </a:r>
            <a:r>
              <a:rPr lang="en-US" sz="2800" dirty="0">
                <a:solidFill>
                  <a:schemeClr val="bg1"/>
                </a:solidFill>
                <a:latin typeface="Book Antiqua" panose="02040602050305030304" pitchFamily="18" charset="0"/>
              </a:rPr>
              <a:t>PAMELA</a:t>
            </a:r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)</a:t>
            </a: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63C633B-D49C-4C72-AD2E-175027967815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8977D62D-B885-4B2A-BA9F-CF0D16E8B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321769"/>
              </p:ext>
            </p:extLst>
          </p:nvPr>
        </p:nvGraphicFramePr>
        <p:xfrm>
          <a:off x="1014144" y="2583180"/>
          <a:ext cx="10163712" cy="16916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92070">
                  <a:extLst>
                    <a:ext uri="{9D8B030D-6E8A-4147-A177-3AD203B41FA5}">
                      <a16:colId xmlns:a16="http://schemas.microsoft.com/office/drawing/2014/main" val="48525821"/>
                    </a:ext>
                  </a:extLst>
                </a:gridCol>
                <a:gridCol w="8271642">
                  <a:extLst>
                    <a:ext uri="{9D8B030D-6E8A-4147-A177-3AD203B41FA5}">
                      <a16:colId xmlns:a16="http://schemas.microsoft.com/office/drawing/2014/main" val="112209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Опции </a:t>
                      </a:r>
                      <a:r>
                        <a:rPr lang="en-US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Ro</a:t>
                      </a:r>
                      <a:endParaRPr lang="ru-RU" dirty="0"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Значение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5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Radius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Радиус сферы, с которой будут запускаться частицы. Если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Radius = 0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, то параметр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Center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определяет положение самой частицы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6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LLA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Широта, долгота и высота координаты запуска частицы в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GEO (L3: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lat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lon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, alt)</a:t>
                      </a:r>
                      <a:endParaRPr lang="ru-RU" sz="16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394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Units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Единицы измерения координат: 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ddkm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3966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5BA374C-49AB-428A-9A3C-CC7D834EF8D1}"/>
              </a:ext>
            </a:extLst>
          </p:cNvPr>
          <p:cNvSpPr txBox="1"/>
          <p:nvPr/>
        </p:nvSpPr>
        <p:spPr>
          <a:xfrm>
            <a:off x="1014144" y="5113237"/>
            <a:ext cx="8571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Другие параметры </a:t>
            </a:r>
            <a:r>
              <a:rPr lang="ru-RU" u="sng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не</a:t>
            </a: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должны быть указаны.</a:t>
            </a:r>
          </a:p>
        </p:txBody>
      </p:sp>
    </p:spTree>
    <p:extLst>
      <p:ext uri="{BB962C8B-B14F-4D97-AF65-F5344CB8AC3E}">
        <p14:creationId xmlns:p14="http://schemas.microsoft.com/office/powerpoint/2010/main" val="545927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Распределение векторов начальных скоростей (моделирование)</a:t>
            </a: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63C633B-D49C-4C72-AD2E-175027967815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8977D62D-B885-4B2A-BA9F-CF0D16E8B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377590"/>
              </p:ext>
            </p:extLst>
          </p:nvPr>
        </p:nvGraphicFramePr>
        <p:xfrm>
          <a:off x="1014144" y="2583180"/>
          <a:ext cx="10163712" cy="3154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92070">
                  <a:extLst>
                    <a:ext uri="{9D8B030D-6E8A-4147-A177-3AD203B41FA5}">
                      <a16:colId xmlns:a16="http://schemas.microsoft.com/office/drawing/2014/main" val="48525821"/>
                    </a:ext>
                  </a:extLst>
                </a:gridCol>
                <a:gridCol w="8271642">
                  <a:extLst>
                    <a:ext uri="{9D8B030D-6E8A-4147-A177-3AD203B41FA5}">
                      <a16:colId xmlns:a16="http://schemas.microsoft.com/office/drawing/2014/main" val="112209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Опции </a:t>
                      </a:r>
                      <a:r>
                        <a:rPr lang="en-US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Vo</a:t>
                      </a:r>
                      <a:endParaRPr lang="ru-RU" dirty="0"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Значение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5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Directions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Вектор начальных скоростей частицы в выбранной СК. При выборе вектора вида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[0 0 0]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направление будет генерироваться случайным образом в соответствии с изотропным распределением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6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Pitch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Частица запускается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под данным питч-углом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394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Phase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Частица запускается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под данным фазовым углом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022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IO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Для изотропного потока позволяет провести предварительный отбор частиц, летящих наружу или внутрь при моделировании с поверхности сферы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396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Backtracing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Принимает значения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on </a:t>
                      </a:r>
                      <a:r>
                        <a:rPr lang="ru-RU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или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off (</a:t>
                      </a:r>
                      <a:r>
                        <a:rPr lang="ru-RU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по умолчанию</a:t>
                      </a: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)</a:t>
                      </a:r>
                      <a:r>
                        <a:rPr lang="ru-RU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 и позволяет выполнять обратную трассировку заданных частиц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166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60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Распределение векторов начальных скоростей (</a:t>
            </a:r>
            <a:r>
              <a:rPr lang="en-US" sz="2800" dirty="0">
                <a:solidFill>
                  <a:schemeClr val="bg1"/>
                </a:solidFill>
                <a:latin typeface="Book Antiqua" panose="02040602050305030304" pitchFamily="18" charset="0"/>
              </a:rPr>
              <a:t>PAMELA</a:t>
            </a:r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)</a:t>
            </a: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63C633B-D49C-4C72-AD2E-175027967815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8977D62D-B885-4B2A-BA9F-CF0D16E8B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653600"/>
              </p:ext>
            </p:extLst>
          </p:nvPr>
        </p:nvGraphicFramePr>
        <p:xfrm>
          <a:off x="1014144" y="2583180"/>
          <a:ext cx="10163712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92070">
                  <a:extLst>
                    <a:ext uri="{9D8B030D-6E8A-4147-A177-3AD203B41FA5}">
                      <a16:colId xmlns:a16="http://schemas.microsoft.com/office/drawing/2014/main" val="48525821"/>
                    </a:ext>
                  </a:extLst>
                </a:gridCol>
                <a:gridCol w="8271642">
                  <a:extLst>
                    <a:ext uri="{9D8B030D-6E8A-4147-A177-3AD203B41FA5}">
                      <a16:colId xmlns:a16="http://schemas.microsoft.com/office/drawing/2014/main" val="112209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Опции </a:t>
                      </a:r>
                      <a:r>
                        <a:rPr lang="en-US" sz="1800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Vo</a:t>
                      </a:r>
                      <a:endParaRPr lang="ru-RU" sz="1800" dirty="0"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Значение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5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Directions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Подставляется значение матрицы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Sij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выбранного события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6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Backtracing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Должен принять значение </a:t>
                      </a:r>
                      <a:r>
                        <a:rPr lang="en-US" sz="16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1664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931A0CA-B29D-4AB2-B2D9-B95DC4A376D4}"/>
              </a:ext>
            </a:extLst>
          </p:cNvPr>
          <p:cNvSpPr txBox="1"/>
          <p:nvPr/>
        </p:nvSpPr>
        <p:spPr>
          <a:xfrm>
            <a:off x="1014144" y="4522657"/>
            <a:ext cx="8571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Другие параметры </a:t>
            </a:r>
            <a:r>
              <a:rPr lang="ru-RU" u="sng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не</a:t>
            </a: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должны быть указаны.</a:t>
            </a:r>
          </a:p>
        </p:txBody>
      </p:sp>
    </p:spTree>
    <p:extLst>
      <p:ext uri="{BB962C8B-B14F-4D97-AF65-F5344CB8AC3E}">
        <p14:creationId xmlns:p14="http://schemas.microsoft.com/office/powerpoint/2010/main" val="2697161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Дата и время</a:t>
            </a: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63C633B-D49C-4C72-AD2E-175027967815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A9C58-92EF-4885-8D32-31B8A2E7A541}"/>
              </a:ext>
            </a:extLst>
          </p:cNvPr>
          <p:cNvSpPr txBox="1"/>
          <p:nvPr/>
        </p:nvSpPr>
        <p:spPr>
          <a:xfrm>
            <a:off x="1254323" y="2959328"/>
            <a:ext cx="96833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Переменная дата-время (</a:t>
            </a:r>
            <a:r>
              <a:rPr 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Date</a:t>
            </a: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) должна быть указана в формате </a:t>
            </a:r>
            <a:r>
              <a:rPr 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[</a:t>
            </a: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ГГГГ ММ ДД ЧЧ ММ СС</a:t>
            </a:r>
            <a:r>
              <a:rPr 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]</a:t>
            </a: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или должна быть равна 0 (для области Галактики).</a:t>
            </a:r>
          </a:p>
        </p:txBody>
      </p:sp>
    </p:spTree>
    <p:extLst>
      <p:ext uri="{BB962C8B-B14F-4D97-AF65-F5344CB8AC3E}">
        <p14:creationId xmlns:p14="http://schemas.microsoft.com/office/powerpoint/2010/main" val="700974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Информация о частицах и их энергетическом распределении</a:t>
            </a: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63C633B-D49C-4C72-AD2E-175027967815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8977D62D-B885-4B2A-BA9F-CF0D16E8B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781772"/>
              </p:ext>
            </p:extLst>
          </p:nvPr>
        </p:nvGraphicFramePr>
        <p:xfrm>
          <a:off x="1014144" y="2514356"/>
          <a:ext cx="10163712" cy="33832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92070">
                  <a:extLst>
                    <a:ext uri="{9D8B030D-6E8A-4147-A177-3AD203B41FA5}">
                      <a16:colId xmlns:a16="http://schemas.microsoft.com/office/drawing/2014/main" val="48525821"/>
                    </a:ext>
                  </a:extLst>
                </a:gridCol>
                <a:gridCol w="8271642">
                  <a:extLst>
                    <a:ext uri="{9D8B030D-6E8A-4147-A177-3AD203B41FA5}">
                      <a16:colId xmlns:a16="http://schemas.microsoft.com/office/drawing/2014/main" val="112209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Опции </a:t>
                      </a:r>
                      <a:r>
                        <a:rPr lang="en-US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Particle</a:t>
                      </a:r>
                      <a:endParaRPr lang="ru-RU" dirty="0"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Значение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5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Type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Строковый тип частицы (согласно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PDG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GetNucleiProp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6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T</a:t>
                      </a:r>
                      <a:r>
                        <a:rPr lang="ru-RU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/ Rig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Кинетическая энергия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/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магнитная жёсткость частицы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394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Units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Единицы измерения энергии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/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жёсткости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: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</a:t>
                      </a:r>
                      <a:r>
                        <a:rPr lang="en-US" sz="1600" b="0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eV, keV, MeV, GeV, 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TeV</a:t>
                      </a:r>
                      <a:r>
                        <a:rPr lang="en-US" sz="1600" b="0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PeV</a:t>
                      </a:r>
                      <a:r>
                        <a:rPr lang="en-US" sz="1600" b="0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EeV</a:t>
                      </a:r>
                      <a:r>
                        <a:rPr lang="en-US" sz="1600" b="0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ZeV</a:t>
                      </a:r>
                      <a:endParaRPr lang="en-US" sz="1600" b="0" i="0" u="none" strike="noStrike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022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Tmin</a:t>
                      </a:r>
                      <a:r>
                        <a:rPr lang="ru-RU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/</a:t>
                      </a:r>
                      <a:r>
                        <a:rPr lang="ru-RU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Rigmin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Нижняя граница кинетической энергии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/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магнитной жёсткости частицы (при моделировании спектра)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396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Tmax</a:t>
                      </a: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 /</a:t>
                      </a:r>
                      <a:r>
                        <a:rPr lang="ru-RU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Rigmax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Верхняя граница кинетической энергии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/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магнитной жёсткости частицы (при моделировании спектра)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166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Sbas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Основание степенной функции: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T, R, F </a:t>
                      </a:r>
                      <a:r>
                        <a:rPr lang="ru-RU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(</a:t>
                      </a: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Force-Field</a:t>
                      </a:r>
                      <a:r>
                        <a:rPr lang="ru-RU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)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684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Sind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Показатель спектра</a:t>
                      </a: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 (</a:t>
                      </a:r>
                      <a:r>
                        <a:rPr lang="ru-RU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потенциал модуляции в ГВ для 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Sbas</a:t>
                      </a: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 = F)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775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780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Конфигурация электромагнитного поля</a:t>
            </a: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63C633B-D49C-4C72-AD2E-175027967815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8977D62D-B885-4B2A-BA9F-CF0D16E8B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049192"/>
              </p:ext>
            </p:extLst>
          </p:nvPr>
        </p:nvGraphicFramePr>
        <p:xfrm>
          <a:off x="1369527" y="2856456"/>
          <a:ext cx="9771224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19005">
                  <a:extLst>
                    <a:ext uri="{9D8B030D-6E8A-4147-A177-3AD203B41FA5}">
                      <a16:colId xmlns:a16="http://schemas.microsoft.com/office/drawing/2014/main" val="48525821"/>
                    </a:ext>
                  </a:extLst>
                </a:gridCol>
                <a:gridCol w="7952219">
                  <a:extLst>
                    <a:ext uri="{9D8B030D-6E8A-4147-A177-3AD203B41FA5}">
                      <a16:colId xmlns:a16="http://schemas.microsoft.com/office/drawing/2014/main" val="112209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Опции </a:t>
                      </a:r>
                      <a:r>
                        <a:rPr lang="en-US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EMFF</a:t>
                      </a:r>
                      <a:endParaRPr lang="ru-RU" dirty="0"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Описание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5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Bfield</a:t>
                      </a:r>
                      <a:endParaRPr lang="ru-RU" sz="16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Название модели магнитного поля и её настройки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57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Efield</a:t>
                      </a:r>
                      <a:endParaRPr lang="ru-RU" sz="16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Название модели электрического поля и её настройки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64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673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Конфигурация электромагнитного поля</a:t>
            </a: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63C633B-D49C-4C72-AD2E-175027967815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D027FC-2AB8-4D72-82F9-25D40EE2B179}"/>
              </a:ext>
            </a:extLst>
          </p:cNvPr>
          <p:cNvSpPr txBox="1"/>
          <p:nvPr/>
        </p:nvSpPr>
        <p:spPr>
          <a:xfrm>
            <a:off x="3880403" y="2227190"/>
            <a:ext cx="4431193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IGRF – 13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Поле ядра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CHAOS – 7.13</a:t>
            </a:r>
            <a:endParaRPr lang="ru-RU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Поле ядра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Статическое (литосферное) поле</a:t>
            </a:r>
            <a:endParaRPr lang="en-US" sz="1600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CM – 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Поле ядра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Статическое (литосферное) поле</a:t>
            </a:r>
            <a:endParaRPr lang="en-US" sz="1600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Ионосферное поле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COV-OBS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Поле ядра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Статическое (литосферное) поле</a:t>
            </a:r>
            <a:endParaRPr lang="en-US" sz="1600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SIFM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Поле ядра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Статическое (литосферное) поле</a:t>
            </a:r>
            <a:endParaRPr lang="en-US" sz="1600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0EB82-7B22-40D6-BF04-D9D41B8DD669}"/>
              </a:ext>
            </a:extLst>
          </p:cNvPr>
          <p:cNvSpPr txBox="1"/>
          <p:nvPr/>
        </p:nvSpPr>
        <p:spPr>
          <a:xfrm>
            <a:off x="2805038" y="1745409"/>
            <a:ext cx="5119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Доступные модели магнитного поля Земли</a:t>
            </a:r>
          </a:p>
        </p:txBody>
      </p:sp>
    </p:spTree>
    <p:extLst>
      <p:ext uri="{BB962C8B-B14F-4D97-AF65-F5344CB8AC3E}">
        <p14:creationId xmlns:p14="http://schemas.microsoft.com/office/powerpoint/2010/main" val="4030052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Конфигурация электромагнитного поля</a:t>
            </a: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63C633B-D49C-4C72-AD2E-175027967815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D027FC-2AB8-4D72-82F9-25D40EE2B179}"/>
              </a:ext>
            </a:extLst>
          </p:cNvPr>
          <p:cNvSpPr txBox="1"/>
          <p:nvPr/>
        </p:nvSpPr>
        <p:spPr>
          <a:xfrm>
            <a:off x="3693590" y="2728635"/>
            <a:ext cx="4431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JF – 12 </a:t>
            </a: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с обновлениями</a:t>
            </a:r>
            <a:endParaRPr lang="en-US" sz="1600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0EB82-7B22-40D6-BF04-D9D41B8DD669}"/>
              </a:ext>
            </a:extLst>
          </p:cNvPr>
          <p:cNvSpPr txBox="1"/>
          <p:nvPr/>
        </p:nvSpPr>
        <p:spPr>
          <a:xfrm>
            <a:off x="2618225" y="2246854"/>
            <a:ext cx="5119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Доступные модели магнитного поля</a:t>
            </a:r>
            <a:r>
              <a:rPr 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Галактики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A7E884-747E-4687-A35E-D58F24CD84F3}"/>
              </a:ext>
            </a:extLst>
          </p:cNvPr>
          <p:cNvSpPr txBox="1"/>
          <p:nvPr/>
        </p:nvSpPr>
        <p:spPr>
          <a:xfrm>
            <a:off x="3693590" y="4065794"/>
            <a:ext cx="52046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Регулярное магнитное поле без флуктуаций</a:t>
            </a:r>
            <a:endParaRPr lang="en-US" sz="1600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4A8A2-2535-4B6D-BB8E-99E6E316AB31}"/>
              </a:ext>
            </a:extLst>
          </p:cNvPr>
          <p:cNvSpPr txBox="1"/>
          <p:nvPr/>
        </p:nvSpPr>
        <p:spPr>
          <a:xfrm>
            <a:off x="2618225" y="3584013"/>
            <a:ext cx="5591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Доступные модели магнитного поля</a:t>
            </a:r>
            <a:r>
              <a:rPr 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гелиосферы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96936E-CFF6-48EB-BF4C-CFBF4990F209}"/>
              </a:ext>
            </a:extLst>
          </p:cNvPr>
          <p:cNvSpPr txBox="1"/>
          <p:nvPr/>
        </p:nvSpPr>
        <p:spPr>
          <a:xfrm>
            <a:off x="997339" y="5244143"/>
            <a:ext cx="9552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Моделей электрического поля </a:t>
            </a:r>
            <a:r>
              <a:rPr lang="ru-RU" u="sng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нет</a:t>
            </a: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, хотя в основной численной схеме поле реализовано.</a:t>
            </a:r>
          </a:p>
        </p:txBody>
      </p:sp>
    </p:spTree>
    <p:extLst>
      <p:ext uri="{BB962C8B-B14F-4D97-AF65-F5344CB8AC3E}">
        <p14:creationId xmlns:p14="http://schemas.microsoft.com/office/powerpoint/2010/main" val="2551147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Настройки алгоритма трассировки</a:t>
            </a: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63C633B-D49C-4C72-AD2E-175027967815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8977D62D-B885-4B2A-BA9F-CF0D16E8B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551627"/>
              </p:ext>
            </p:extLst>
          </p:nvPr>
        </p:nvGraphicFramePr>
        <p:xfrm>
          <a:off x="1369527" y="2492661"/>
          <a:ext cx="9771224" cy="1854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19005">
                  <a:extLst>
                    <a:ext uri="{9D8B030D-6E8A-4147-A177-3AD203B41FA5}">
                      <a16:colId xmlns:a16="http://schemas.microsoft.com/office/drawing/2014/main" val="48525821"/>
                    </a:ext>
                  </a:extLst>
                </a:gridCol>
                <a:gridCol w="7952219">
                  <a:extLst>
                    <a:ext uri="{9D8B030D-6E8A-4147-A177-3AD203B41FA5}">
                      <a16:colId xmlns:a16="http://schemas.microsoft.com/office/drawing/2014/main" val="112209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Опции </a:t>
                      </a:r>
                      <a:r>
                        <a:rPr lang="en-US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Steps</a:t>
                      </a:r>
                      <a:endParaRPr lang="ru-RU" dirty="0"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Значение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5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GTalgo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Алгоритм решения уравнения движения: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BB, RK4, RK6</a:t>
                      </a:r>
                      <a:endParaRPr lang="ru-RU" sz="16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57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TimeStep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Временной шаг, с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6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Nsteps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Количество шагов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396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Time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Общее время трассировки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29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467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Конфигурация среды</a:t>
            </a: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63C633B-D49C-4C72-AD2E-175027967815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8977D62D-B885-4B2A-BA9F-CF0D16E8B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437101"/>
              </p:ext>
            </p:extLst>
          </p:nvPr>
        </p:nvGraphicFramePr>
        <p:xfrm>
          <a:off x="1066800" y="2501900"/>
          <a:ext cx="10058400" cy="148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72466">
                  <a:extLst>
                    <a:ext uri="{9D8B030D-6E8A-4147-A177-3AD203B41FA5}">
                      <a16:colId xmlns:a16="http://schemas.microsoft.com/office/drawing/2014/main" val="48525821"/>
                    </a:ext>
                  </a:extLst>
                </a:gridCol>
                <a:gridCol w="8185934">
                  <a:extLst>
                    <a:ext uri="{9D8B030D-6E8A-4147-A177-3AD203B41FA5}">
                      <a16:colId xmlns:a16="http://schemas.microsoft.com/office/drawing/2014/main" val="112209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Опции </a:t>
                      </a:r>
                      <a:r>
                        <a:rPr lang="en-US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Medium</a:t>
                      </a:r>
                      <a:endParaRPr lang="ru-RU" dirty="0"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Значение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5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Atmo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Атмосфера Земли: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NRLMSISE-00</a:t>
                      </a:r>
                      <a:endParaRPr lang="ru-RU" sz="16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57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Iono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Ионосфера Земли: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IRI-2016</a:t>
                      </a:r>
                      <a:endParaRPr lang="ru-RU" sz="16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6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ISM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Межзвёздная среда: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JPM18 (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Johannesson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, Porter, Moskalenko, 2018)</a:t>
                      </a:r>
                      <a:endParaRPr lang="ru-RU" sz="16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29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8146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Выбор процессов взаимодействия частиц со средой</a:t>
            </a: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63C633B-D49C-4C72-AD2E-175027967815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8977D62D-B885-4B2A-BA9F-CF0D16E8B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204409"/>
              </p:ext>
            </p:extLst>
          </p:nvPr>
        </p:nvGraphicFramePr>
        <p:xfrm>
          <a:off x="1369527" y="2089538"/>
          <a:ext cx="9771224" cy="949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78241">
                  <a:extLst>
                    <a:ext uri="{9D8B030D-6E8A-4147-A177-3AD203B41FA5}">
                      <a16:colId xmlns:a16="http://schemas.microsoft.com/office/drawing/2014/main" val="48525821"/>
                    </a:ext>
                  </a:extLst>
                </a:gridCol>
                <a:gridCol w="7492983">
                  <a:extLst>
                    <a:ext uri="{9D8B030D-6E8A-4147-A177-3AD203B41FA5}">
                      <a16:colId xmlns:a16="http://schemas.microsoft.com/office/drawing/2014/main" val="112209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Опции </a:t>
                      </a:r>
                      <a:r>
                        <a:rPr lang="en-US" dirty="0" err="1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InteractEM</a:t>
                      </a:r>
                      <a:endParaRPr lang="ru-RU" dirty="0"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Значение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5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RadLoss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Включение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(on/off)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потерь энергии на синхротронное излучение (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off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по умолчанию)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57334"/>
                  </a:ext>
                </a:extLst>
              </a:tr>
            </a:tbl>
          </a:graphicData>
        </a:graphic>
      </p:graphicFrame>
      <p:graphicFrame>
        <p:nvGraphicFramePr>
          <p:cNvPr id="5" name="Таблица 2">
            <a:extLst>
              <a:ext uri="{FF2B5EF4-FFF2-40B4-BE49-F238E27FC236}">
                <a16:creationId xmlns:a16="http://schemas.microsoft.com/office/drawing/2014/main" id="{7209CA0E-4E25-4887-A84F-6139E9777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553375"/>
              </p:ext>
            </p:extLst>
          </p:nvPr>
        </p:nvGraphicFramePr>
        <p:xfrm>
          <a:off x="1369527" y="3429000"/>
          <a:ext cx="9771224" cy="2849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78241">
                  <a:extLst>
                    <a:ext uri="{9D8B030D-6E8A-4147-A177-3AD203B41FA5}">
                      <a16:colId xmlns:a16="http://schemas.microsoft.com/office/drawing/2014/main" val="48525821"/>
                    </a:ext>
                  </a:extLst>
                </a:gridCol>
                <a:gridCol w="7492983">
                  <a:extLst>
                    <a:ext uri="{9D8B030D-6E8A-4147-A177-3AD203B41FA5}">
                      <a16:colId xmlns:a16="http://schemas.microsoft.com/office/drawing/2014/main" val="112209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Опции </a:t>
                      </a:r>
                      <a:r>
                        <a:rPr lang="en-US" dirty="0" err="1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InteractNUC</a:t>
                      </a:r>
                      <a:endParaRPr lang="ru-RU" dirty="0"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Значение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5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IntPathDen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Запуск расчёта неупругого взаимодействия при наборе частицей указанного количества вещества (в г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/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см</a:t>
                      </a:r>
                      <a:r>
                        <a:rPr lang="ru-RU" sz="1600" baseline="300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2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57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GenMax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Трассировка частиц с номером поколения меньше или равному указанном (первичная частица имеет номер поколения 0)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6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EnMin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Исключение из трассировки частиц с энергией меньше указанной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396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EAS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Моделирование ШАЛ в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G4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при определённых условиях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29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Exclude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Возможность исключить частицы с указанными в матрице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PDG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номерами из трассировки (или все лептоны при выборе опции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l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386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066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Дополнительные параметры для сохранения в </a:t>
            </a:r>
            <a:r>
              <a:rPr lang="en-US" sz="2800" dirty="0" err="1">
                <a:solidFill>
                  <a:schemeClr val="bg1"/>
                </a:solidFill>
                <a:latin typeface="Book Antiqua" panose="02040602050305030304" pitchFamily="18" charset="0"/>
              </a:rPr>
              <a:t>GTtrack</a:t>
            </a:r>
            <a:endParaRPr lang="ru-RU" sz="28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63C633B-D49C-4C72-AD2E-175027967815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8977D62D-B885-4B2A-BA9F-CF0D16E8B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971706"/>
              </p:ext>
            </p:extLst>
          </p:nvPr>
        </p:nvGraphicFramePr>
        <p:xfrm>
          <a:off x="1369526" y="2335344"/>
          <a:ext cx="9898241" cy="3175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77976">
                  <a:extLst>
                    <a:ext uri="{9D8B030D-6E8A-4147-A177-3AD203B41FA5}">
                      <a16:colId xmlns:a16="http://schemas.microsoft.com/office/drawing/2014/main" val="48525821"/>
                    </a:ext>
                  </a:extLst>
                </a:gridCol>
                <a:gridCol w="7620265">
                  <a:extLst>
                    <a:ext uri="{9D8B030D-6E8A-4147-A177-3AD203B41FA5}">
                      <a16:colId xmlns:a16="http://schemas.microsoft.com/office/drawing/2014/main" val="112209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Опции </a:t>
                      </a:r>
                      <a:r>
                        <a:rPr lang="en-US" dirty="0" err="1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SaveMode</a:t>
                      </a:r>
                      <a:endParaRPr lang="ru-RU" dirty="0"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Значение (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on/off</a:t>
                      </a:r>
                      <a:r>
                        <a:rPr lang="ru-RU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5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Coordinates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Сохранение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координат частицы (по умолчанию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on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, остальные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off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57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Clocks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Часы или время на каждой итерации с момента запуска первичной частицы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6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Bfield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Магнитное поле вдоль траектории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396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Efield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Электрическое поле вдоль траектории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29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Energy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Энергия частицы на каждой итерации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989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Angles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Угол отклонения на каждой итерации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734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TrackInfo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Общая информация о треке: величина пройденного пути, общее затраченное время и количество пройденного вещества (при и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c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пользовании опции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Medium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354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186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Условия прерывания (</a:t>
            </a:r>
            <a:r>
              <a:rPr lang="en-US" sz="2800" dirty="0">
                <a:solidFill>
                  <a:schemeClr val="bg1"/>
                </a:solidFill>
                <a:latin typeface="Book Antiqua" panose="02040602050305030304" pitchFamily="18" charset="0"/>
              </a:rPr>
              <a:t>Break Conditions, BC</a:t>
            </a:r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)</a:t>
            </a: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63C633B-D49C-4C72-AD2E-175027967815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8977D62D-B885-4B2A-BA9F-CF0D16E8B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535618"/>
              </p:ext>
            </p:extLst>
          </p:nvPr>
        </p:nvGraphicFramePr>
        <p:xfrm>
          <a:off x="1369526" y="2195379"/>
          <a:ext cx="9898241" cy="3992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77976">
                  <a:extLst>
                    <a:ext uri="{9D8B030D-6E8A-4147-A177-3AD203B41FA5}">
                      <a16:colId xmlns:a16="http://schemas.microsoft.com/office/drawing/2014/main" val="48525821"/>
                    </a:ext>
                  </a:extLst>
                </a:gridCol>
                <a:gridCol w="7620265">
                  <a:extLst>
                    <a:ext uri="{9D8B030D-6E8A-4147-A177-3AD203B41FA5}">
                      <a16:colId xmlns:a16="http://schemas.microsoft.com/office/drawing/2014/main" val="112209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Опции </a:t>
                      </a:r>
                      <a:r>
                        <a:rPr lang="en-US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BC</a:t>
                      </a:r>
                      <a:endParaRPr lang="ru-RU" dirty="0"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Значение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5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Xmin</a:t>
                      </a: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 / 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Xmax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Ymin</a:t>
                      </a: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 / 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Ymax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Zmin</a:t>
                      </a: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 / 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Zmax</a:t>
                      </a:r>
                      <a:endParaRPr lang="ru-RU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Rmin</a:t>
                      </a: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 / 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Rmax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Выход частицы за границы указанной области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(каждое условие задаётся независимо)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57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Dist2Path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Отношение длины радиус-вектора частицы к длине пройденного пути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6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MaxPath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Ограничение на пройденный путь частицы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396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MaxPathDen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Ограничение на количество набранного вещества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29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MaxTime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Ограничение на время движения частицы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989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MaxRev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Ограничение на количество оборотов вокруг Земли (долготный дрейф), меньше или равно указанному значению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734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UserBCFunction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Функция пользователя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354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606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Расчёт параметров траектории частицы в магнитосфере</a:t>
            </a: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63C633B-D49C-4C72-AD2E-175027967815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8977D62D-B885-4B2A-BA9F-CF0D16E8B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643711"/>
              </p:ext>
            </p:extLst>
          </p:nvPr>
        </p:nvGraphicFramePr>
        <p:xfrm>
          <a:off x="1369526" y="2680571"/>
          <a:ext cx="9898241" cy="22961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77976">
                  <a:extLst>
                    <a:ext uri="{9D8B030D-6E8A-4147-A177-3AD203B41FA5}">
                      <a16:colId xmlns:a16="http://schemas.microsoft.com/office/drawing/2014/main" val="48525821"/>
                    </a:ext>
                  </a:extLst>
                </a:gridCol>
                <a:gridCol w="7620265">
                  <a:extLst>
                    <a:ext uri="{9D8B030D-6E8A-4147-A177-3AD203B41FA5}">
                      <a16:colId xmlns:a16="http://schemas.microsoft.com/office/drawing/2014/main" val="112209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Опции </a:t>
                      </a:r>
                      <a:r>
                        <a:rPr lang="en-US" dirty="0" err="1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GTmag</a:t>
                      </a:r>
                      <a:endParaRPr lang="ru-RU" dirty="0"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Значение (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on/off</a:t>
                      </a:r>
                      <a:r>
                        <a:rPr lang="ru-RU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5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TrackParam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Расчёт инвариантов, определение зеркальных точек и пр. (см. далее)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57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ParticleOrigin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Определение происхождения частицы: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Галактическая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Альбедо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Квази-захваченная</a:t>
                      </a:r>
                      <a:endParaRPr lang="en-US" sz="16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6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Presipitated</a:t>
                      </a:r>
                      <a:endParaRPr lang="ru-RU" sz="16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Захваченная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644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5E356F2-166E-4428-A1C2-7651AB04111E}"/>
              </a:ext>
            </a:extLst>
          </p:cNvPr>
          <p:cNvSpPr txBox="1"/>
          <p:nvPr/>
        </p:nvSpPr>
        <p:spPr>
          <a:xfrm>
            <a:off x="6087968" y="1491521"/>
            <a:ext cx="4703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Только для области магнитосферы Земли</a:t>
            </a:r>
          </a:p>
        </p:txBody>
      </p:sp>
    </p:spTree>
    <p:extLst>
      <p:ext uri="{BB962C8B-B14F-4D97-AF65-F5344CB8AC3E}">
        <p14:creationId xmlns:p14="http://schemas.microsoft.com/office/powerpoint/2010/main" val="3412725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Другие настройки</a:t>
            </a: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63C633B-D49C-4C72-AD2E-175027967815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8977D62D-B885-4B2A-BA9F-CF0D16E8B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21800"/>
              </p:ext>
            </p:extLst>
          </p:nvPr>
        </p:nvGraphicFramePr>
        <p:xfrm>
          <a:off x="942392" y="2335334"/>
          <a:ext cx="10692882" cy="2849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91477">
                  <a:extLst>
                    <a:ext uri="{9D8B030D-6E8A-4147-A177-3AD203B41FA5}">
                      <a16:colId xmlns:a16="http://schemas.microsoft.com/office/drawing/2014/main" val="48525821"/>
                    </a:ext>
                  </a:extLst>
                </a:gridCol>
                <a:gridCol w="2435290">
                  <a:extLst>
                    <a:ext uri="{9D8B030D-6E8A-4147-A177-3AD203B41FA5}">
                      <a16:colId xmlns:a16="http://schemas.microsoft.com/office/drawing/2014/main" val="2248470257"/>
                    </a:ext>
                  </a:extLst>
                </a:gridCol>
                <a:gridCol w="6466115">
                  <a:extLst>
                    <a:ext uri="{9D8B030D-6E8A-4147-A177-3AD203B41FA5}">
                      <a16:colId xmlns:a16="http://schemas.microsoft.com/office/drawing/2014/main" val="112209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Параметры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Опции параметров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Значение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5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Nevents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Количество событий, запущенных в данном потоке (последовательный запуск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GT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для каждой частицы)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57334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IOinfo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SaveDir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Директория для сохранения результатов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644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SaveFile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Имя сохраняемого файла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4221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Nfiles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Количество файлов, которые будут запущены (в каждом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Nevents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частиц, по умолчанию один файл)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2328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LoadGTtrack</a:t>
                      </a:r>
                      <a:endParaRPr lang="en-US" sz="1800" b="0" i="0" u="none" strike="noStrike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Загрузка ранее полученной траектории для расчёта других параметров. Пути к файлам определены в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GTparam</a:t>
                      </a:r>
                      <a:endParaRPr lang="ru-RU" sz="16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592912"/>
                  </a:ext>
                </a:extLst>
              </a:tr>
            </a:tbl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0555B4-33CB-4741-94DB-1CB7A5988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940" y="5365527"/>
            <a:ext cx="1349606" cy="124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644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346A205F-129D-4B02-AECC-E543B5DC1204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Вывод информации на экран</a:t>
            </a: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063C633B-D49C-4C72-AD2E-175027967815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8977D62D-B885-4B2A-BA9F-CF0D16E8B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356579"/>
              </p:ext>
            </p:extLst>
          </p:nvPr>
        </p:nvGraphicFramePr>
        <p:xfrm>
          <a:off x="1369527" y="2335344"/>
          <a:ext cx="9771224" cy="2479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19005">
                  <a:extLst>
                    <a:ext uri="{9D8B030D-6E8A-4147-A177-3AD203B41FA5}">
                      <a16:colId xmlns:a16="http://schemas.microsoft.com/office/drawing/2014/main" val="48525821"/>
                    </a:ext>
                  </a:extLst>
                </a:gridCol>
                <a:gridCol w="7952219">
                  <a:extLst>
                    <a:ext uri="{9D8B030D-6E8A-4147-A177-3AD203B41FA5}">
                      <a16:colId xmlns:a16="http://schemas.microsoft.com/office/drawing/2014/main" val="112209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Verbose</a:t>
                      </a:r>
                      <a:endParaRPr lang="ru-RU" dirty="0"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Результат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5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Информация на экран не выводится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57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На экран выводится информация о запуске программ для определения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переменных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GTparam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GTparticle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, а также самой трассировке и определении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GTTrack</a:t>
                      </a:r>
                      <a:endParaRPr lang="ru-RU" sz="16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6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Дополнительно выводятся параметры запуска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GT –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моделирования заданных частиц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396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Дополнительно выводится информация о вторичных частицах (если они появляются)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29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02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авнобедренный треугольник 4">
            <a:extLst>
              <a:ext uri="{FF2B5EF4-FFF2-40B4-BE49-F238E27FC236}">
                <a16:creationId xmlns:a16="http://schemas.microsoft.com/office/drawing/2014/main" id="{912228DB-411D-4577-8568-71FFC003552A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E98FBFFE-EB64-4C2E-B5F8-01F73CF63DCE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Переменная </a:t>
            </a:r>
            <a:r>
              <a:rPr lang="en-US" sz="2800" dirty="0" err="1">
                <a:solidFill>
                  <a:schemeClr val="bg1"/>
                </a:solidFill>
                <a:latin typeface="Book Antiqua" panose="02040602050305030304" pitchFamily="18" charset="0"/>
              </a:rPr>
              <a:t>GTtrack</a:t>
            </a:r>
            <a:endParaRPr lang="ru-RU" sz="28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graphicFrame>
        <p:nvGraphicFramePr>
          <p:cNvPr id="4" name="Таблица 2">
            <a:extLst>
              <a:ext uri="{FF2B5EF4-FFF2-40B4-BE49-F238E27FC236}">
                <a16:creationId xmlns:a16="http://schemas.microsoft.com/office/drawing/2014/main" id="{0B3BAE34-6605-4497-95B0-92EE24BEB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456287"/>
              </p:ext>
            </p:extLst>
          </p:nvPr>
        </p:nvGraphicFramePr>
        <p:xfrm>
          <a:off x="1369527" y="2176199"/>
          <a:ext cx="9771224" cy="148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19005">
                  <a:extLst>
                    <a:ext uri="{9D8B030D-6E8A-4147-A177-3AD203B41FA5}">
                      <a16:colId xmlns:a16="http://schemas.microsoft.com/office/drawing/2014/main" val="48525821"/>
                    </a:ext>
                  </a:extLst>
                </a:gridCol>
                <a:gridCol w="7952219">
                  <a:extLst>
                    <a:ext uri="{9D8B030D-6E8A-4147-A177-3AD203B41FA5}">
                      <a16:colId xmlns:a16="http://schemas.microsoft.com/office/drawing/2014/main" val="112209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Поля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Значения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5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data</a:t>
                      </a:r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Информация о восстановленной траектории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57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parent</a:t>
                      </a:r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Информация о родителе текущей частицы (частице предыдущего поколения)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6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children</a:t>
                      </a:r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Информация о частицах следующего поколения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3966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933B157-0B51-4275-B537-6CB626220E3C}"/>
              </a:ext>
            </a:extLst>
          </p:cNvPr>
          <p:cNvSpPr txBox="1"/>
          <p:nvPr/>
        </p:nvSpPr>
        <p:spPr>
          <a:xfrm>
            <a:off x="2154239" y="4404106"/>
            <a:ext cx="898651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Gen – </a:t>
            </a:r>
            <a:r>
              <a:rPr lang="ru-RU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поколение частицы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Track – </a:t>
            </a:r>
            <a:r>
              <a:rPr lang="ru-RU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информация о траектории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Fields – </a:t>
            </a:r>
            <a:r>
              <a:rPr lang="ru-RU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информация о ЭМ поле вдоль траектории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 err="1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GTmag</a:t>
            </a:r>
            <a:r>
              <a:rPr lang="en-US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– </a:t>
            </a:r>
            <a:r>
              <a:rPr lang="ru-RU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см. следующий слайд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BC – </a:t>
            </a:r>
            <a:r>
              <a:rPr lang="ru-RU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информация о сработавшем условии прерывания расчёта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 err="1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TrackInfo</a:t>
            </a:r>
            <a:r>
              <a:rPr lang="en-US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– </a:t>
            </a:r>
            <a:r>
              <a:rPr lang="ru-RU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общая информация о траектории частицы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 err="1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GTparam</a:t>
            </a:r>
            <a:r>
              <a:rPr lang="en-US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ru-RU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и </a:t>
            </a:r>
            <a:r>
              <a:rPr lang="en-US" sz="1600" dirty="0" err="1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GTparticle</a:t>
            </a:r>
            <a:r>
              <a:rPr lang="ru-RU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– </a:t>
            </a:r>
            <a:r>
              <a:rPr lang="ru-RU" sz="16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входные условия для моделирования данной частицы</a:t>
            </a:r>
            <a:endParaRPr lang="en-US" sz="1600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F42824-2851-4940-A2FD-9843FEE7F22F}"/>
              </a:ext>
            </a:extLst>
          </p:cNvPr>
          <p:cNvSpPr txBox="1"/>
          <p:nvPr/>
        </p:nvSpPr>
        <p:spPr>
          <a:xfrm>
            <a:off x="1369527" y="3959647"/>
            <a:ext cx="8101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Описание поля </a:t>
            </a:r>
            <a:r>
              <a:rPr 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data</a:t>
            </a: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(идентично для частиц разных поколений)</a:t>
            </a:r>
          </a:p>
        </p:txBody>
      </p:sp>
    </p:spTree>
    <p:extLst>
      <p:ext uri="{BB962C8B-B14F-4D97-AF65-F5344CB8AC3E}">
        <p14:creationId xmlns:p14="http://schemas.microsoft.com/office/powerpoint/2010/main" val="1367150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авнобедренный треугольник 4">
            <a:extLst>
              <a:ext uri="{FF2B5EF4-FFF2-40B4-BE49-F238E27FC236}">
                <a16:creationId xmlns:a16="http://schemas.microsoft.com/office/drawing/2014/main" id="{912228DB-411D-4577-8568-71FFC003552A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E98FBFFE-EB64-4C2E-B5F8-01F73CF63DCE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Поле </a:t>
            </a:r>
            <a:r>
              <a:rPr lang="en-US" sz="2800" dirty="0" err="1">
                <a:solidFill>
                  <a:schemeClr val="bg1"/>
                </a:solidFill>
                <a:latin typeface="Book Antiqua" panose="02040602050305030304" pitchFamily="18" charset="0"/>
              </a:rPr>
              <a:t>GTmag</a:t>
            </a:r>
            <a:r>
              <a:rPr lang="en-US" sz="2800" dirty="0">
                <a:solidFill>
                  <a:schemeClr val="bg1"/>
                </a:solidFill>
                <a:latin typeface="Book Antiqua" panose="02040602050305030304" pitchFamily="18" charset="0"/>
              </a:rPr>
              <a:t> </a:t>
            </a:r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переменной </a:t>
            </a:r>
            <a:r>
              <a:rPr lang="en-US" sz="2800" dirty="0" err="1">
                <a:solidFill>
                  <a:schemeClr val="bg1"/>
                </a:solidFill>
                <a:latin typeface="Book Antiqua" panose="02040602050305030304" pitchFamily="18" charset="0"/>
              </a:rPr>
              <a:t>GTtrack</a:t>
            </a:r>
            <a:endParaRPr lang="ru-RU" sz="28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graphicFrame>
        <p:nvGraphicFramePr>
          <p:cNvPr id="4" name="Таблица 2">
            <a:extLst>
              <a:ext uri="{FF2B5EF4-FFF2-40B4-BE49-F238E27FC236}">
                <a16:creationId xmlns:a16="http://schemas.microsoft.com/office/drawing/2014/main" id="{52D1FCD1-514B-411A-BFB1-FAE793A68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477904"/>
              </p:ext>
            </p:extLst>
          </p:nvPr>
        </p:nvGraphicFramePr>
        <p:xfrm>
          <a:off x="429208" y="2384849"/>
          <a:ext cx="11607281" cy="33832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21681">
                  <a:extLst>
                    <a:ext uri="{9D8B030D-6E8A-4147-A177-3AD203B41FA5}">
                      <a16:colId xmlns:a16="http://schemas.microsoft.com/office/drawing/2014/main" val="48525821"/>
                    </a:ext>
                  </a:extLst>
                </a:gridCol>
                <a:gridCol w="1968575">
                  <a:extLst>
                    <a:ext uri="{9D8B030D-6E8A-4147-A177-3AD203B41FA5}">
                      <a16:colId xmlns:a16="http://schemas.microsoft.com/office/drawing/2014/main" val="2072415431"/>
                    </a:ext>
                  </a:extLst>
                </a:gridCol>
                <a:gridCol w="7817025">
                  <a:extLst>
                    <a:ext uri="{9D8B030D-6E8A-4147-A177-3AD203B41FA5}">
                      <a16:colId xmlns:a16="http://schemas.microsoft.com/office/drawing/2014/main" val="112209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Параметр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Поле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Значение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5296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Invariants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I1</a:t>
                      </a:r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Первый инвариант вдоль траектории частицы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5733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Invariants</a:t>
                      </a:r>
                      <a:endParaRPr lang="ru-RU" sz="16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I2</a:t>
                      </a:r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Второй инвариант между каждой парой отражений в зеркальных точках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6441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PitchAngles</a:t>
                      </a:r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pitch</a:t>
                      </a:r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Питч-угол частицы вдоль траектории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3966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sz="16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pitch_eq</a:t>
                      </a:r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Экваториальный питч-угол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29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MirrorPoints</a:t>
                      </a:r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Num / 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Num_eq</a:t>
                      </a:r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Порядковый номер координаты, в которой частица оказывается в зеркальной точке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/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пересекает магнитный экватор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701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Hm / 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Heq</a:t>
                      </a:r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Значения магнитного поля в зеркальной точке и на магнитном экваторе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968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Lshell</a:t>
                      </a:r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L-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оболочка ведущего центра, вычисленная на основе второго инварианта и поля в зеркальной точке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3807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7153506-F0C9-40F7-B4D5-C6F61F97A707}"/>
              </a:ext>
            </a:extLst>
          </p:cNvPr>
          <p:cNvSpPr txBox="1"/>
          <p:nvPr/>
        </p:nvSpPr>
        <p:spPr>
          <a:xfrm>
            <a:off x="6096000" y="1056542"/>
            <a:ext cx="4703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Только для области магнитосферы Земли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BF5B7-B0D5-4E92-9E51-A528B21D4878}"/>
              </a:ext>
            </a:extLst>
          </p:cNvPr>
          <p:cNvSpPr txBox="1"/>
          <p:nvPr/>
        </p:nvSpPr>
        <p:spPr>
          <a:xfrm>
            <a:off x="429208" y="6107514"/>
            <a:ext cx="4703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1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Продолжение на следующем слайде</a:t>
            </a:r>
          </a:p>
        </p:txBody>
      </p:sp>
    </p:spTree>
    <p:extLst>
      <p:ext uri="{BB962C8B-B14F-4D97-AF65-F5344CB8AC3E}">
        <p14:creationId xmlns:p14="http://schemas.microsoft.com/office/powerpoint/2010/main" val="42414590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авнобедренный треугольник 4">
            <a:extLst>
              <a:ext uri="{FF2B5EF4-FFF2-40B4-BE49-F238E27FC236}">
                <a16:creationId xmlns:a16="http://schemas.microsoft.com/office/drawing/2014/main" id="{912228DB-411D-4577-8568-71FFC003552A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E98FBFFE-EB64-4C2E-B5F8-01F73CF63DCE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Поле </a:t>
            </a:r>
            <a:r>
              <a:rPr lang="en-US" sz="2800" dirty="0" err="1">
                <a:solidFill>
                  <a:schemeClr val="bg1"/>
                </a:solidFill>
                <a:latin typeface="Book Antiqua" panose="02040602050305030304" pitchFamily="18" charset="0"/>
              </a:rPr>
              <a:t>GTmag</a:t>
            </a:r>
            <a:r>
              <a:rPr lang="en-US" sz="2800" dirty="0">
                <a:solidFill>
                  <a:schemeClr val="bg1"/>
                </a:solidFill>
                <a:latin typeface="Book Antiqua" panose="02040602050305030304" pitchFamily="18" charset="0"/>
              </a:rPr>
              <a:t> </a:t>
            </a:r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переменной </a:t>
            </a:r>
            <a:r>
              <a:rPr lang="en-US" sz="2800" dirty="0" err="1">
                <a:solidFill>
                  <a:schemeClr val="bg1"/>
                </a:solidFill>
                <a:latin typeface="Book Antiqua" panose="02040602050305030304" pitchFamily="18" charset="0"/>
              </a:rPr>
              <a:t>GTtrack</a:t>
            </a:r>
            <a:endParaRPr lang="ru-RU" sz="28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graphicFrame>
        <p:nvGraphicFramePr>
          <p:cNvPr id="4" name="Таблица 2">
            <a:extLst>
              <a:ext uri="{FF2B5EF4-FFF2-40B4-BE49-F238E27FC236}">
                <a16:creationId xmlns:a16="http://schemas.microsoft.com/office/drawing/2014/main" id="{52D1FCD1-514B-411A-BFB1-FAE793A68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260797"/>
              </p:ext>
            </p:extLst>
          </p:nvPr>
        </p:nvGraphicFramePr>
        <p:xfrm>
          <a:off x="429208" y="2431507"/>
          <a:ext cx="11607281" cy="3220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21681">
                  <a:extLst>
                    <a:ext uri="{9D8B030D-6E8A-4147-A177-3AD203B41FA5}">
                      <a16:colId xmlns:a16="http://schemas.microsoft.com/office/drawing/2014/main" val="48525821"/>
                    </a:ext>
                  </a:extLst>
                </a:gridCol>
                <a:gridCol w="1968575">
                  <a:extLst>
                    <a:ext uri="{9D8B030D-6E8A-4147-A177-3AD203B41FA5}">
                      <a16:colId xmlns:a16="http://schemas.microsoft.com/office/drawing/2014/main" val="2072415431"/>
                    </a:ext>
                  </a:extLst>
                </a:gridCol>
                <a:gridCol w="7817025">
                  <a:extLst>
                    <a:ext uri="{9D8B030D-6E8A-4147-A177-3AD203B41FA5}">
                      <a16:colId xmlns:a16="http://schemas.microsoft.com/office/drawing/2014/main" val="112209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Параметр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n>
                            <a:solidFill>
                              <a:schemeClr val="bg1">
                                <a:lumMod val="95000"/>
                              </a:schemeClr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Поле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Значение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5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GuidingCentre</a:t>
                      </a:r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Rline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/ 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Bline</a:t>
                      </a:r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Координаты силовой линии ведущего центра частицы и напряжённость поля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516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Req / 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Beq</a:t>
                      </a:r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Координаты ведущего центра частицы и напряжённость поля на магнитном экваторе (вычисляются по силовой линии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ведущего центра)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565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parReq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 / 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parBeq</a:t>
                      </a:r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Аналогично предыдущему, но по локальной силовой линии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726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BBo</a:t>
                      </a:r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Отношение напряжённости поля в точке положения ведущего центра, соответствующего начальному значению координаты, и на магнитном экваторе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1689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ParticleOrigin</a:t>
                      </a:r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Ind</a:t>
                      </a:r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Происхождение частицы, записанное в виде индекса (см. классификацию выше)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4965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Name</a:t>
                      </a:r>
                      <a:endParaRPr lang="ru-RU" sz="1800" dirty="0">
                        <a:solidFill>
                          <a:schemeClr val="bg1"/>
                        </a:solidFill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Происхождение частицы, записанное в виде строки (Галактическая, Альбедо, Квази-захваченная, 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Presipitated</a:t>
                      </a:r>
                      <a:r>
                        <a:rPr lang="ru-RU" sz="1600" b="0" i="0" u="none" strike="noStrike" kern="1200" baseline="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  <a:cs typeface="+mn-cs"/>
                        </a:rPr>
                        <a:t>,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Захваченная)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86949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7153506-F0C9-40F7-B4D5-C6F61F97A707}"/>
              </a:ext>
            </a:extLst>
          </p:cNvPr>
          <p:cNvSpPr txBox="1"/>
          <p:nvPr/>
        </p:nvSpPr>
        <p:spPr>
          <a:xfrm>
            <a:off x="6096000" y="1056542"/>
            <a:ext cx="4703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Только для области магнитосферы Земли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E35D52-D30C-46EC-BE7E-B77FFAB98272}"/>
              </a:ext>
            </a:extLst>
          </p:cNvPr>
          <p:cNvSpPr txBox="1"/>
          <p:nvPr/>
        </p:nvSpPr>
        <p:spPr>
          <a:xfrm>
            <a:off x="429208" y="6107514"/>
            <a:ext cx="4703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1400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Начало на предыдущем слайде</a:t>
            </a:r>
          </a:p>
        </p:txBody>
      </p:sp>
    </p:spTree>
    <p:extLst>
      <p:ext uri="{BB962C8B-B14F-4D97-AF65-F5344CB8AC3E}">
        <p14:creationId xmlns:p14="http://schemas.microsoft.com/office/powerpoint/2010/main" val="1943582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авнобедренный треугольник 4">
            <a:extLst>
              <a:ext uri="{FF2B5EF4-FFF2-40B4-BE49-F238E27FC236}">
                <a16:creationId xmlns:a16="http://schemas.microsoft.com/office/drawing/2014/main" id="{912228DB-411D-4577-8568-71FFC003552A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E98FBFFE-EB64-4C2E-B5F8-01F73CF63DCE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Дополнительные программы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8DB82-4391-4696-A281-8267CF3FC188}"/>
              </a:ext>
            </a:extLst>
          </p:cNvPr>
          <p:cNvSpPr txBox="1"/>
          <p:nvPr/>
        </p:nvSpPr>
        <p:spPr>
          <a:xfrm>
            <a:off x="2460585" y="2239169"/>
            <a:ext cx="48447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Построение траектории </a:t>
            </a:r>
            <a:r>
              <a:rPr lang="en-US" dirty="0" err="1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GTtrack</a:t>
            </a:r>
            <a:endParaRPr lang="ru-RU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1"/>
            <a:r>
              <a:rPr lang="en-US" sz="1800" b="0" i="0" u="none" strike="noStrike" baseline="0" dirty="0" err="1">
                <a:solidFill>
                  <a:schemeClr val="bg1"/>
                </a:solidFill>
                <a:latin typeface="Courier New" panose="02070309020205020404" pitchFamily="49" charset="0"/>
              </a:rPr>
              <a:t>PlotGTtrack</a:t>
            </a:r>
            <a:endParaRPr lang="en-US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Построение планеты Земля и Луны</a:t>
            </a:r>
          </a:p>
          <a:p>
            <a:pPr lvl="1"/>
            <a:r>
              <a:rPr lang="en-US" sz="1800" b="0" i="0" u="none" strike="noStrike" baseline="0" dirty="0" err="1">
                <a:solidFill>
                  <a:schemeClr val="bg1"/>
                </a:solidFill>
                <a:latin typeface="Courier New" panose="02070309020205020404" pitchFamily="49" charset="0"/>
              </a:rPr>
              <a:t>PlotEarth</a:t>
            </a:r>
            <a:endParaRPr lang="ru-RU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Построение Галактики</a:t>
            </a:r>
          </a:p>
          <a:p>
            <a:pPr lvl="1"/>
            <a:r>
              <a:rPr lang="en-US" sz="1800" b="0" i="0" u="none" strike="noStrike" baseline="0" dirty="0" err="1">
                <a:solidFill>
                  <a:schemeClr val="bg1"/>
                </a:solidFill>
                <a:latin typeface="Courier New" panose="02070309020205020404" pitchFamily="49" charset="0"/>
              </a:rPr>
              <a:t>PlotGalaxy</a:t>
            </a:r>
            <a:endParaRPr lang="en-US" sz="1800" b="0" i="0" u="none" strike="noStrike" baseline="0" dirty="0">
              <a:solidFill>
                <a:schemeClr val="bg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685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авнобедренный треугольник 4">
            <a:extLst>
              <a:ext uri="{FF2B5EF4-FFF2-40B4-BE49-F238E27FC236}">
                <a16:creationId xmlns:a16="http://schemas.microsoft.com/office/drawing/2014/main" id="{912228DB-411D-4577-8568-71FFC003552A}"/>
              </a:ext>
            </a:extLst>
          </p:cNvPr>
          <p:cNvSpPr/>
          <p:nvPr/>
        </p:nvSpPr>
        <p:spPr>
          <a:xfrm rot="20559630">
            <a:off x="-199988" y="957314"/>
            <a:ext cx="5523836" cy="567788"/>
          </a:xfrm>
          <a:prstGeom prst="triangle">
            <a:avLst>
              <a:gd name="adj" fmla="val 31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E98FBFFE-EB64-4C2E-B5F8-01F73CF63DCE}"/>
              </a:ext>
            </a:extLst>
          </p:cNvPr>
          <p:cNvSpPr txBox="1">
            <a:spLocks/>
          </p:cNvSpPr>
          <p:nvPr/>
        </p:nvSpPr>
        <p:spPr>
          <a:xfrm>
            <a:off x="5105662" y="638012"/>
            <a:ext cx="6668278" cy="51898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  <a:latin typeface="Book Antiqua" panose="02040602050305030304" pitchFamily="18" charset="0"/>
              </a:rPr>
              <a:t>bash - </a:t>
            </a:r>
            <a:r>
              <a:rPr lang="ru-RU" sz="2800" dirty="0">
                <a:solidFill>
                  <a:schemeClr val="bg1"/>
                </a:solidFill>
                <a:latin typeface="Book Antiqua" panose="02040602050305030304" pitchFamily="18" charset="0"/>
              </a:rPr>
              <a:t>оболочка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D26F6C-DEC5-4A9E-BA3D-4BA9663CD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047" y="2137832"/>
            <a:ext cx="2028782" cy="40821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5DFEB4-11DD-404F-B8C5-42827378B5CB}"/>
              </a:ext>
            </a:extLst>
          </p:cNvPr>
          <p:cNvSpPr txBox="1"/>
          <p:nvPr/>
        </p:nvSpPr>
        <p:spPr>
          <a:xfrm>
            <a:off x="1847461" y="2357055"/>
            <a:ext cx="5756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Строится аналогично моделированию </a:t>
            </a:r>
            <a:r>
              <a:rPr lang="en-US" dirty="0" err="1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PamVMC</a:t>
            </a:r>
            <a:endParaRPr lang="ru-RU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40724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1615</Words>
  <Application>Microsoft Office PowerPoint</Application>
  <PresentationFormat>Широкоэкранный</PresentationFormat>
  <Paragraphs>330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5" baseType="lpstr">
      <vt:lpstr>DengXian</vt:lpstr>
      <vt:lpstr>Arial</vt:lpstr>
      <vt:lpstr>Arial Rounded MT Bold</vt:lpstr>
      <vt:lpstr>Book Antiqua</vt:lpstr>
      <vt:lpstr>Calibri</vt:lpstr>
      <vt:lpstr>Calibri Light</vt:lpstr>
      <vt:lpstr>Courier New</vt:lpstr>
      <vt:lpstr>Wingdings</vt:lpstr>
      <vt:lpstr>Тема Office</vt:lpstr>
      <vt:lpstr>Возможности и использование пакета программ GT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Возможности и использование пакета программ GT</dc:title>
  <dc:creator>Andrey Mayorov</dc:creator>
  <cp:lastModifiedBy>Andrey Mayorov</cp:lastModifiedBy>
  <cp:revision>12</cp:revision>
  <dcterms:created xsi:type="dcterms:W3CDTF">2023-04-09T18:03:47Z</dcterms:created>
  <dcterms:modified xsi:type="dcterms:W3CDTF">2023-04-10T05:43:30Z</dcterms:modified>
</cp:coreProperties>
</file>